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2.xml.rels><?xml version="1.0" encoding="UTF-8" standalone="yes"?>
<Relationships xmlns="http://schemas.openxmlformats.org/package/2006/relationships"><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diagrams/_rels/drawing2.xml.rels><?xml version="1.0" encoding="UTF-8" standalone="yes"?>
<Relationships xmlns="http://schemas.openxmlformats.org/package/2006/relationships"><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53F4EC4-8983-444F-AED7-AE5A360169D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C168829-07E7-4C50-B588-85FEF69208DD}">
      <dgm:prSet/>
      <dgm:spPr/>
      <dgm:t>
        <a:bodyPr/>
        <a:lstStyle/>
        <a:p>
          <a:r>
            <a:rPr lang="en-US" dirty="0"/>
            <a:t>Abstract</a:t>
          </a:r>
        </a:p>
      </dgm:t>
    </dgm:pt>
    <dgm:pt modelId="{0ED1B280-8E0E-44C4-8984-C290708D5BD9}" cxnId="{1C9857DC-AA68-4A51-85AC-5BFC6145675E}" type="parTrans">
      <dgm:prSet/>
      <dgm:spPr/>
      <dgm:t>
        <a:bodyPr/>
        <a:lstStyle/>
        <a:p>
          <a:endParaRPr lang="en-US"/>
        </a:p>
      </dgm:t>
    </dgm:pt>
    <dgm:pt modelId="{7D7265F3-91FB-4C1C-B098-EB082C55AA14}" cxnId="{1C9857DC-AA68-4A51-85AC-5BFC6145675E}" type="sibTrans">
      <dgm:prSet/>
      <dgm:spPr/>
      <dgm:t>
        <a:bodyPr/>
        <a:lstStyle/>
        <a:p>
          <a:endParaRPr lang="en-US"/>
        </a:p>
      </dgm:t>
    </dgm:pt>
    <dgm:pt modelId="{0D8B4AFB-038D-44D3-B46B-9F8A9E5129DF}">
      <dgm:prSet/>
      <dgm:spPr/>
      <dgm:t>
        <a:bodyPr/>
        <a:lstStyle/>
        <a:p>
          <a:r>
            <a:rPr lang="en-US" dirty="0"/>
            <a:t>Introduction</a:t>
          </a:r>
        </a:p>
      </dgm:t>
    </dgm:pt>
    <dgm:pt modelId="{B54AB7D8-A1FA-48A1-AABF-CA5A86DE6312}" cxnId="{C557EABF-CFC2-4DD1-80F4-03399D2327FB}" type="parTrans">
      <dgm:prSet/>
      <dgm:spPr/>
      <dgm:t>
        <a:bodyPr/>
        <a:lstStyle/>
        <a:p>
          <a:endParaRPr lang="en-US"/>
        </a:p>
      </dgm:t>
    </dgm:pt>
    <dgm:pt modelId="{EC5075E2-F81E-490F-A206-1F3B1EE6C0E6}" cxnId="{C557EABF-CFC2-4DD1-80F4-03399D2327FB}" type="sibTrans">
      <dgm:prSet/>
      <dgm:spPr/>
      <dgm:t>
        <a:bodyPr/>
        <a:lstStyle/>
        <a:p>
          <a:endParaRPr lang="en-US"/>
        </a:p>
      </dgm:t>
    </dgm:pt>
    <dgm:pt modelId="{9533C8B5-EE4A-457E-8E42-3157E3C33790}">
      <dgm:prSet/>
      <dgm:spPr/>
      <dgm:t>
        <a:bodyPr/>
        <a:lstStyle/>
        <a:p>
          <a:r>
            <a:rPr lang="en-US" dirty="0"/>
            <a:t>Problem</a:t>
          </a:r>
        </a:p>
      </dgm:t>
    </dgm:pt>
    <dgm:pt modelId="{45721B9A-F22D-4C09-9194-9E214025F3BF}" cxnId="{52639478-A4D4-4CD8-A60C-BD9CA70E24BE}" type="parTrans">
      <dgm:prSet/>
      <dgm:spPr/>
      <dgm:t>
        <a:bodyPr/>
        <a:lstStyle/>
        <a:p>
          <a:endParaRPr lang="en-US"/>
        </a:p>
      </dgm:t>
    </dgm:pt>
    <dgm:pt modelId="{7688AE37-C0F7-4312-ABCD-024C5C6283CD}" cxnId="{52639478-A4D4-4CD8-A60C-BD9CA70E24BE}" type="sibTrans">
      <dgm:prSet/>
      <dgm:spPr/>
      <dgm:t>
        <a:bodyPr/>
        <a:lstStyle/>
        <a:p>
          <a:endParaRPr lang="en-US"/>
        </a:p>
      </dgm:t>
    </dgm:pt>
    <dgm:pt modelId="{0BC14FF5-5387-4FCA-95B8-6703B01B9259}">
      <dgm:prSet/>
      <dgm:spPr/>
      <dgm:t>
        <a:bodyPr/>
        <a:lstStyle/>
        <a:p>
          <a:r>
            <a:rPr lang="en-US" dirty="0"/>
            <a:t>Objectives</a:t>
          </a:r>
        </a:p>
      </dgm:t>
    </dgm:pt>
    <dgm:pt modelId="{612D09A8-4412-4252-9DA2-F2E648C59F40}" cxnId="{288BFAEE-2AE0-412F-A67C-F65C114F756D}" type="parTrans">
      <dgm:prSet/>
      <dgm:spPr/>
      <dgm:t>
        <a:bodyPr/>
        <a:lstStyle/>
        <a:p>
          <a:endParaRPr lang="en-US"/>
        </a:p>
      </dgm:t>
    </dgm:pt>
    <dgm:pt modelId="{98382B1B-2F91-4768-8889-BD5460D011AA}" cxnId="{288BFAEE-2AE0-412F-A67C-F65C114F756D}" type="sibTrans">
      <dgm:prSet/>
      <dgm:spPr/>
      <dgm:t>
        <a:bodyPr/>
        <a:lstStyle/>
        <a:p>
          <a:endParaRPr lang="en-US"/>
        </a:p>
      </dgm:t>
    </dgm:pt>
    <dgm:pt modelId="{6EC3B106-C499-4BF4-8BBD-19F8052CFAD8}">
      <dgm:prSet/>
      <dgm:spPr/>
      <dgm:t>
        <a:bodyPr/>
        <a:lstStyle/>
        <a:p>
          <a:r>
            <a:rPr lang="en-US" dirty="0"/>
            <a:t>Existing Model vs Our Model</a:t>
          </a:r>
        </a:p>
      </dgm:t>
    </dgm:pt>
    <dgm:pt modelId="{9E3B1F3E-5058-4D28-A0C0-27600902FD23}" cxnId="{F20792E3-69DA-445A-8600-50C51C9E3F9E}" type="parTrans">
      <dgm:prSet/>
      <dgm:spPr/>
      <dgm:t>
        <a:bodyPr/>
        <a:lstStyle/>
        <a:p>
          <a:endParaRPr lang="en-US"/>
        </a:p>
      </dgm:t>
    </dgm:pt>
    <dgm:pt modelId="{34A1B83B-435C-40E9-B56F-C5FEE2547A0F}" cxnId="{F20792E3-69DA-445A-8600-50C51C9E3F9E}" type="sibTrans">
      <dgm:prSet/>
      <dgm:spPr/>
      <dgm:t>
        <a:bodyPr/>
        <a:lstStyle/>
        <a:p>
          <a:endParaRPr lang="en-US"/>
        </a:p>
      </dgm:t>
    </dgm:pt>
    <dgm:pt modelId="{4706FC90-A8A6-44CD-8A35-C0402CCEA584}">
      <dgm:prSet/>
      <dgm:spPr/>
      <dgm:t>
        <a:bodyPr/>
        <a:lstStyle/>
        <a:p>
          <a:r>
            <a:rPr lang="en-US" dirty="0"/>
            <a:t>Tools &amp; Technologies</a:t>
          </a:r>
        </a:p>
      </dgm:t>
    </dgm:pt>
    <dgm:pt modelId="{7CDC754F-EDA2-45FC-AECB-82B3C7CB3443}" cxnId="{CE1EE3C7-B461-4F85-B050-0DDC9DAB81D7}" type="parTrans">
      <dgm:prSet/>
      <dgm:spPr/>
      <dgm:t>
        <a:bodyPr/>
        <a:lstStyle/>
        <a:p>
          <a:endParaRPr lang="en-US"/>
        </a:p>
      </dgm:t>
    </dgm:pt>
    <dgm:pt modelId="{D5E46F64-1918-49B8-9C67-07BBD5F27B64}" cxnId="{CE1EE3C7-B461-4F85-B050-0DDC9DAB81D7}" type="sibTrans">
      <dgm:prSet/>
      <dgm:spPr/>
      <dgm:t>
        <a:bodyPr/>
        <a:lstStyle/>
        <a:p>
          <a:endParaRPr lang="en-US"/>
        </a:p>
      </dgm:t>
    </dgm:pt>
    <dgm:pt modelId="{A376DFED-A6C8-405B-8370-9C6CBE80431E}">
      <dgm:prSet/>
      <dgm:spPr/>
      <dgm:t>
        <a:bodyPr/>
        <a:lstStyle/>
        <a:p>
          <a:r>
            <a:rPr lang="en-US" dirty="0"/>
            <a:t>Result &amp; Real-Time Applications</a:t>
          </a:r>
        </a:p>
      </dgm:t>
    </dgm:pt>
    <dgm:pt modelId="{7609BED7-3776-4625-8422-220179203B84}" cxnId="{D2338BC6-6D02-4D2B-9C1E-BF51652DA513}" type="parTrans">
      <dgm:prSet/>
      <dgm:spPr/>
      <dgm:t>
        <a:bodyPr/>
        <a:lstStyle/>
        <a:p>
          <a:endParaRPr lang="en-US"/>
        </a:p>
      </dgm:t>
    </dgm:pt>
    <dgm:pt modelId="{8EDFF08C-7521-4003-80AC-000F0418EFB6}" cxnId="{D2338BC6-6D02-4D2B-9C1E-BF51652DA513}" type="sibTrans">
      <dgm:prSet/>
      <dgm:spPr/>
      <dgm:t>
        <a:bodyPr/>
        <a:lstStyle/>
        <a:p>
          <a:endParaRPr lang="en-US"/>
        </a:p>
      </dgm:t>
    </dgm:pt>
    <dgm:pt modelId="{BD53A99E-F067-445E-B8AD-D9B3F41A05A4}">
      <dgm:prSet/>
      <dgm:spPr/>
      <dgm:t>
        <a:bodyPr/>
        <a:lstStyle/>
        <a:p>
          <a:r>
            <a:rPr lang="en-US" dirty="0"/>
            <a:t>Conclusion</a:t>
          </a:r>
        </a:p>
      </dgm:t>
    </dgm:pt>
    <dgm:pt modelId="{7ACD6B1E-3CE4-41B5-8F6F-B33E6B019187}" cxnId="{AE8A6F6A-534F-4559-8D44-6307060EA5F2}" type="parTrans">
      <dgm:prSet/>
      <dgm:spPr/>
      <dgm:t>
        <a:bodyPr/>
        <a:lstStyle/>
        <a:p>
          <a:endParaRPr lang="en-US"/>
        </a:p>
      </dgm:t>
    </dgm:pt>
    <dgm:pt modelId="{1E6938DB-8BFD-461E-AF24-CFC261C2D527}" cxnId="{AE8A6F6A-534F-4559-8D44-6307060EA5F2}" type="sibTrans">
      <dgm:prSet/>
      <dgm:spPr/>
      <dgm:t>
        <a:bodyPr/>
        <a:lstStyle/>
        <a:p>
          <a:endParaRPr lang="en-US"/>
        </a:p>
      </dgm:t>
    </dgm:pt>
    <dgm:pt modelId="{3968D689-E4E6-424E-886B-D7887B0EA663}" type="pres">
      <dgm:prSet presAssocID="{253F4EC4-8983-444F-AED7-AE5A360169D2}" presName="linear" presStyleCnt="0">
        <dgm:presLayoutVars>
          <dgm:animLvl val="lvl"/>
          <dgm:resizeHandles val="exact"/>
        </dgm:presLayoutVars>
      </dgm:prSet>
      <dgm:spPr/>
    </dgm:pt>
    <dgm:pt modelId="{1F778F85-4CFF-45A9-B18A-F46CCC2F9FE3}" type="pres">
      <dgm:prSet presAssocID="{6C168829-07E7-4C50-B588-85FEF69208DD}" presName="parentText" presStyleLbl="node1" presStyleIdx="0" presStyleCnt="8">
        <dgm:presLayoutVars>
          <dgm:chMax val="0"/>
          <dgm:bulletEnabled val="1"/>
        </dgm:presLayoutVars>
      </dgm:prSet>
      <dgm:spPr/>
    </dgm:pt>
    <dgm:pt modelId="{9FF99B40-8A3D-49C5-97D2-DF60E0A86ADC}" type="pres">
      <dgm:prSet presAssocID="{7D7265F3-91FB-4C1C-B098-EB082C55AA14}" presName="spacer" presStyleCnt="0"/>
      <dgm:spPr/>
    </dgm:pt>
    <dgm:pt modelId="{69279B19-5DD8-498E-A467-F72A986CA47E}" type="pres">
      <dgm:prSet presAssocID="{0D8B4AFB-038D-44D3-B46B-9F8A9E5129DF}" presName="parentText" presStyleLbl="node1" presStyleIdx="1" presStyleCnt="8">
        <dgm:presLayoutVars>
          <dgm:chMax val="0"/>
          <dgm:bulletEnabled val="1"/>
        </dgm:presLayoutVars>
      </dgm:prSet>
      <dgm:spPr/>
    </dgm:pt>
    <dgm:pt modelId="{BEF51F5A-71EC-4215-8C29-3076630B7E56}" type="pres">
      <dgm:prSet presAssocID="{EC5075E2-F81E-490F-A206-1F3B1EE6C0E6}" presName="spacer" presStyleCnt="0"/>
      <dgm:spPr/>
    </dgm:pt>
    <dgm:pt modelId="{4196FE9A-FF98-4E77-827F-71A4BB176F5C}" type="pres">
      <dgm:prSet presAssocID="{9533C8B5-EE4A-457E-8E42-3157E3C33790}" presName="parentText" presStyleLbl="node1" presStyleIdx="2" presStyleCnt="8">
        <dgm:presLayoutVars>
          <dgm:chMax val="0"/>
          <dgm:bulletEnabled val="1"/>
        </dgm:presLayoutVars>
      </dgm:prSet>
      <dgm:spPr/>
    </dgm:pt>
    <dgm:pt modelId="{1C446EA2-AC32-44E5-9266-9077E0D5826E}" type="pres">
      <dgm:prSet presAssocID="{7688AE37-C0F7-4312-ABCD-024C5C6283CD}" presName="spacer" presStyleCnt="0"/>
      <dgm:spPr/>
    </dgm:pt>
    <dgm:pt modelId="{A969555F-E082-4E99-9E66-E62964993C21}" type="pres">
      <dgm:prSet presAssocID="{0BC14FF5-5387-4FCA-95B8-6703B01B9259}" presName="parentText" presStyleLbl="node1" presStyleIdx="3" presStyleCnt="8">
        <dgm:presLayoutVars>
          <dgm:chMax val="0"/>
          <dgm:bulletEnabled val="1"/>
        </dgm:presLayoutVars>
      </dgm:prSet>
      <dgm:spPr/>
    </dgm:pt>
    <dgm:pt modelId="{F3015113-F9BB-45B5-88AA-5D43F7223A73}" type="pres">
      <dgm:prSet presAssocID="{98382B1B-2F91-4768-8889-BD5460D011AA}" presName="spacer" presStyleCnt="0"/>
      <dgm:spPr/>
    </dgm:pt>
    <dgm:pt modelId="{3AF51867-524D-4E72-9319-8B7C8DA9E40B}" type="pres">
      <dgm:prSet presAssocID="{6EC3B106-C499-4BF4-8BBD-19F8052CFAD8}" presName="parentText" presStyleLbl="node1" presStyleIdx="4" presStyleCnt="8">
        <dgm:presLayoutVars>
          <dgm:chMax val="0"/>
          <dgm:bulletEnabled val="1"/>
        </dgm:presLayoutVars>
      </dgm:prSet>
      <dgm:spPr/>
    </dgm:pt>
    <dgm:pt modelId="{A33FA9A8-8A1C-45BA-95A2-2CA1671346E7}" type="pres">
      <dgm:prSet presAssocID="{34A1B83B-435C-40E9-B56F-C5FEE2547A0F}" presName="spacer" presStyleCnt="0"/>
      <dgm:spPr/>
    </dgm:pt>
    <dgm:pt modelId="{4973251E-87F4-401B-A835-C183E9264215}" type="pres">
      <dgm:prSet presAssocID="{4706FC90-A8A6-44CD-8A35-C0402CCEA584}" presName="parentText" presStyleLbl="node1" presStyleIdx="5" presStyleCnt="8">
        <dgm:presLayoutVars>
          <dgm:chMax val="0"/>
          <dgm:bulletEnabled val="1"/>
        </dgm:presLayoutVars>
      </dgm:prSet>
      <dgm:spPr/>
    </dgm:pt>
    <dgm:pt modelId="{68FA0359-4BDF-4F30-A01F-058861CD8583}" type="pres">
      <dgm:prSet presAssocID="{D5E46F64-1918-49B8-9C67-07BBD5F27B64}" presName="spacer" presStyleCnt="0"/>
      <dgm:spPr/>
    </dgm:pt>
    <dgm:pt modelId="{1CB111BC-3E88-4011-8FF5-A7C48A618862}" type="pres">
      <dgm:prSet presAssocID="{A376DFED-A6C8-405B-8370-9C6CBE80431E}" presName="parentText" presStyleLbl="node1" presStyleIdx="6" presStyleCnt="8">
        <dgm:presLayoutVars>
          <dgm:chMax val="0"/>
          <dgm:bulletEnabled val="1"/>
        </dgm:presLayoutVars>
      </dgm:prSet>
      <dgm:spPr/>
    </dgm:pt>
    <dgm:pt modelId="{502FBA2C-50B3-4D55-8E81-D02CD1C45F2D}" type="pres">
      <dgm:prSet presAssocID="{8EDFF08C-7521-4003-80AC-000F0418EFB6}" presName="spacer" presStyleCnt="0"/>
      <dgm:spPr/>
    </dgm:pt>
    <dgm:pt modelId="{C1133091-E0C7-474D-9B57-570DC1FAB007}" type="pres">
      <dgm:prSet presAssocID="{BD53A99E-F067-445E-B8AD-D9B3F41A05A4}" presName="parentText" presStyleLbl="node1" presStyleIdx="7" presStyleCnt="8">
        <dgm:presLayoutVars>
          <dgm:chMax val="0"/>
          <dgm:bulletEnabled val="1"/>
        </dgm:presLayoutVars>
      </dgm:prSet>
      <dgm:spPr/>
    </dgm:pt>
  </dgm:ptLst>
  <dgm:cxnLst>
    <dgm:cxn modelId="{EA606D03-B80E-4D4D-BE6A-87792D8B2447}" type="presOf" srcId="{0D8B4AFB-038D-44D3-B46B-9F8A9E5129DF}" destId="{69279B19-5DD8-498E-A467-F72A986CA47E}" srcOrd="0" destOrd="0" presId="urn:microsoft.com/office/officeart/2005/8/layout/vList2"/>
    <dgm:cxn modelId="{7B01C006-27F5-4019-841A-115D0B4A904E}" type="presOf" srcId="{6EC3B106-C499-4BF4-8BBD-19F8052CFAD8}" destId="{3AF51867-524D-4E72-9319-8B7C8DA9E40B}" srcOrd="0" destOrd="0" presId="urn:microsoft.com/office/officeart/2005/8/layout/vList2"/>
    <dgm:cxn modelId="{F7872831-6921-4C92-B91F-2AB360C498F1}" type="presOf" srcId="{6C168829-07E7-4C50-B588-85FEF69208DD}" destId="{1F778F85-4CFF-45A9-B18A-F46CCC2F9FE3}" srcOrd="0" destOrd="0" presId="urn:microsoft.com/office/officeart/2005/8/layout/vList2"/>
    <dgm:cxn modelId="{5424B165-19B4-4769-A487-C6F3F862A68E}" type="presOf" srcId="{BD53A99E-F067-445E-B8AD-D9B3F41A05A4}" destId="{C1133091-E0C7-474D-9B57-570DC1FAB007}" srcOrd="0" destOrd="0" presId="urn:microsoft.com/office/officeart/2005/8/layout/vList2"/>
    <dgm:cxn modelId="{AE8A6F6A-534F-4559-8D44-6307060EA5F2}" srcId="{253F4EC4-8983-444F-AED7-AE5A360169D2}" destId="{BD53A99E-F067-445E-B8AD-D9B3F41A05A4}" srcOrd="7" destOrd="0" parTransId="{7ACD6B1E-3CE4-41B5-8F6F-B33E6B019187}" sibTransId="{1E6938DB-8BFD-461E-AF24-CFC261C2D527}"/>
    <dgm:cxn modelId="{52639478-A4D4-4CD8-A60C-BD9CA70E24BE}" srcId="{253F4EC4-8983-444F-AED7-AE5A360169D2}" destId="{9533C8B5-EE4A-457E-8E42-3157E3C33790}" srcOrd="2" destOrd="0" parTransId="{45721B9A-F22D-4C09-9194-9E214025F3BF}" sibTransId="{7688AE37-C0F7-4312-ABCD-024C5C6283CD}"/>
    <dgm:cxn modelId="{1EED29B0-DA5D-4CBE-8065-66FE008231B8}" type="presOf" srcId="{0BC14FF5-5387-4FCA-95B8-6703B01B9259}" destId="{A969555F-E082-4E99-9E66-E62964993C21}" srcOrd="0" destOrd="0" presId="urn:microsoft.com/office/officeart/2005/8/layout/vList2"/>
    <dgm:cxn modelId="{C557EABF-CFC2-4DD1-80F4-03399D2327FB}" srcId="{253F4EC4-8983-444F-AED7-AE5A360169D2}" destId="{0D8B4AFB-038D-44D3-B46B-9F8A9E5129DF}" srcOrd="1" destOrd="0" parTransId="{B54AB7D8-A1FA-48A1-AABF-CA5A86DE6312}" sibTransId="{EC5075E2-F81E-490F-A206-1F3B1EE6C0E6}"/>
    <dgm:cxn modelId="{D2338BC6-6D02-4D2B-9C1E-BF51652DA513}" srcId="{253F4EC4-8983-444F-AED7-AE5A360169D2}" destId="{A376DFED-A6C8-405B-8370-9C6CBE80431E}" srcOrd="6" destOrd="0" parTransId="{7609BED7-3776-4625-8422-220179203B84}" sibTransId="{8EDFF08C-7521-4003-80AC-000F0418EFB6}"/>
    <dgm:cxn modelId="{CE1EE3C7-B461-4F85-B050-0DDC9DAB81D7}" srcId="{253F4EC4-8983-444F-AED7-AE5A360169D2}" destId="{4706FC90-A8A6-44CD-8A35-C0402CCEA584}" srcOrd="5" destOrd="0" parTransId="{7CDC754F-EDA2-45FC-AECB-82B3C7CB3443}" sibTransId="{D5E46F64-1918-49B8-9C67-07BBD5F27B64}"/>
    <dgm:cxn modelId="{BAF382D6-8763-4E65-B8FD-7455379F4E81}" type="presOf" srcId="{A376DFED-A6C8-405B-8370-9C6CBE80431E}" destId="{1CB111BC-3E88-4011-8FF5-A7C48A618862}" srcOrd="0" destOrd="0" presId="urn:microsoft.com/office/officeart/2005/8/layout/vList2"/>
    <dgm:cxn modelId="{1C9857DC-AA68-4A51-85AC-5BFC6145675E}" srcId="{253F4EC4-8983-444F-AED7-AE5A360169D2}" destId="{6C168829-07E7-4C50-B588-85FEF69208DD}" srcOrd="0" destOrd="0" parTransId="{0ED1B280-8E0E-44C4-8984-C290708D5BD9}" sibTransId="{7D7265F3-91FB-4C1C-B098-EB082C55AA14}"/>
    <dgm:cxn modelId="{F20792E3-69DA-445A-8600-50C51C9E3F9E}" srcId="{253F4EC4-8983-444F-AED7-AE5A360169D2}" destId="{6EC3B106-C499-4BF4-8BBD-19F8052CFAD8}" srcOrd="4" destOrd="0" parTransId="{9E3B1F3E-5058-4D28-A0C0-27600902FD23}" sibTransId="{34A1B83B-435C-40E9-B56F-C5FEE2547A0F}"/>
    <dgm:cxn modelId="{692135E4-FFD6-496F-A800-9377599E2734}" type="presOf" srcId="{9533C8B5-EE4A-457E-8E42-3157E3C33790}" destId="{4196FE9A-FF98-4E77-827F-71A4BB176F5C}" srcOrd="0" destOrd="0" presId="urn:microsoft.com/office/officeart/2005/8/layout/vList2"/>
    <dgm:cxn modelId="{1B9786E8-5AD6-4D5D-84AB-77678A0DD6A7}" type="presOf" srcId="{4706FC90-A8A6-44CD-8A35-C0402CCEA584}" destId="{4973251E-87F4-401B-A835-C183E9264215}" srcOrd="0" destOrd="0" presId="urn:microsoft.com/office/officeart/2005/8/layout/vList2"/>
    <dgm:cxn modelId="{288BFAEE-2AE0-412F-A67C-F65C114F756D}" srcId="{253F4EC4-8983-444F-AED7-AE5A360169D2}" destId="{0BC14FF5-5387-4FCA-95B8-6703B01B9259}" srcOrd="3" destOrd="0" parTransId="{612D09A8-4412-4252-9DA2-F2E648C59F40}" sibTransId="{98382B1B-2F91-4768-8889-BD5460D011AA}"/>
    <dgm:cxn modelId="{0B98F9EF-517A-40AD-BA65-C807663C44CD}" type="presOf" srcId="{253F4EC4-8983-444F-AED7-AE5A360169D2}" destId="{3968D689-E4E6-424E-886B-D7887B0EA663}" srcOrd="0" destOrd="0" presId="urn:microsoft.com/office/officeart/2005/8/layout/vList2"/>
    <dgm:cxn modelId="{58A26701-20B6-4ADF-AF72-8DAB9B555B89}" type="presParOf" srcId="{3968D689-E4E6-424E-886B-D7887B0EA663}" destId="{1F778F85-4CFF-45A9-B18A-F46CCC2F9FE3}" srcOrd="0" destOrd="0" presId="urn:microsoft.com/office/officeart/2005/8/layout/vList2"/>
    <dgm:cxn modelId="{B0CC09CF-639D-4784-BA3B-7C75D0A111AD}" type="presParOf" srcId="{3968D689-E4E6-424E-886B-D7887B0EA663}" destId="{9FF99B40-8A3D-49C5-97D2-DF60E0A86ADC}" srcOrd="1" destOrd="0" presId="urn:microsoft.com/office/officeart/2005/8/layout/vList2"/>
    <dgm:cxn modelId="{0ABB6BF9-5012-483E-BA21-128AC9914A4B}" type="presParOf" srcId="{3968D689-E4E6-424E-886B-D7887B0EA663}" destId="{69279B19-5DD8-498E-A467-F72A986CA47E}" srcOrd="2" destOrd="0" presId="urn:microsoft.com/office/officeart/2005/8/layout/vList2"/>
    <dgm:cxn modelId="{0D3FEDBD-5520-4ED0-A1D6-3F1589299291}" type="presParOf" srcId="{3968D689-E4E6-424E-886B-D7887B0EA663}" destId="{BEF51F5A-71EC-4215-8C29-3076630B7E56}" srcOrd="3" destOrd="0" presId="urn:microsoft.com/office/officeart/2005/8/layout/vList2"/>
    <dgm:cxn modelId="{C0B48687-B82E-4D1F-983F-661C2BBC6BF9}" type="presParOf" srcId="{3968D689-E4E6-424E-886B-D7887B0EA663}" destId="{4196FE9A-FF98-4E77-827F-71A4BB176F5C}" srcOrd="4" destOrd="0" presId="urn:microsoft.com/office/officeart/2005/8/layout/vList2"/>
    <dgm:cxn modelId="{F30CD36D-E261-4036-8766-C961C060D8E9}" type="presParOf" srcId="{3968D689-E4E6-424E-886B-D7887B0EA663}" destId="{1C446EA2-AC32-44E5-9266-9077E0D5826E}" srcOrd="5" destOrd="0" presId="urn:microsoft.com/office/officeart/2005/8/layout/vList2"/>
    <dgm:cxn modelId="{502A0F97-2C9A-46AB-BC12-13F9E6C7343C}" type="presParOf" srcId="{3968D689-E4E6-424E-886B-D7887B0EA663}" destId="{A969555F-E082-4E99-9E66-E62964993C21}" srcOrd="6" destOrd="0" presId="urn:microsoft.com/office/officeart/2005/8/layout/vList2"/>
    <dgm:cxn modelId="{9E79B5C7-0B55-496D-A116-2764AC5255BE}" type="presParOf" srcId="{3968D689-E4E6-424E-886B-D7887B0EA663}" destId="{F3015113-F9BB-45B5-88AA-5D43F7223A73}" srcOrd="7" destOrd="0" presId="urn:microsoft.com/office/officeart/2005/8/layout/vList2"/>
    <dgm:cxn modelId="{A0C3D7FF-CC24-437A-AB77-C85A7A38E5F6}" type="presParOf" srcId="{3968D689-E4E6-424E-886B-D7887B0EA663}" destId="{3AF51867-524D-4E72-9319-8B7C8DA9E40B}" srcOrd="8" destOrd="0" presId="urn:microsoft.com/office/officeart/2005/8/layout/vList2"/>
    <dgm:cxn modelId="{142F92EE-C845-4316-8A0E-462427DFA219}" type="presParOf" srcId="{3968D689-E4E6-424E-886B-D7887B0EA663}" destId="{A33FA9A8-8A1C-45BA-95A2-2CA1671346E7}" srcOrd="9" destOrd="0" presId="urn:microsoft.com/office/officeart/2005/8/layout/vList2"/>
    <dgm:cxn modelId="{FDDD14CD-46B4-4EFC-9519-F67A4B90D2C4}" type="presParOf" srcId="{3968D689-E4E6-424E-886B-D7887B0EA663}" destId="{4973251E-87F4-401B-A835-C183E9264215}" srcOrd="10" destOrd="0" presId="urn:microsoft.com/office/officeart/2005/8/layout/vList2"/>
    <dgm:cxn modelId="{B974E670-6771-4D79-A455-D9E89F482D78}" type="presParOf" srcId="{3968D689-E4E6-424E-886B-D7887B0EA663}" destId="{68FA0359-4BDF-4F30-A01F-058861CD8583}" srcOrd="11" destOrd="0" presId="urn:microsoft.com/office/officeart/2005/8/layout/vList2"/>
    <dgm:cxn modelId="{49596F16-B146-45EB-9F46-D23260A3C5EC}" type="presParOf" srcId="{3968D689-E4E6-424E-886B-D7887B0EA663}" destId="{1CB111BC-3E88-4011-8FF5-A7C48A618862}" srcOrd="12" destOrd="0" presId="urn:microsoft.com/office/officeart/2005/8/layout/vList2"/>
    <dgm:cxn modelId="{1CFA92C8-B737-4062-B5B9-882C0B8F4690}" type="presParOf" srcId="{3968D689-E4E6-424E-886B-D7887B0EA663}" destId="{502FBA2C-50B3-4D55-8E81-D02CD1C45F2D}" srcOrd="13" destOrd="0" presId="urn:microsoft.com/office/officeart/2005/8/layout/vList2"/>
    <dgm:cxn modelId="{522D69F2-23CC-4113-AF1B-5835B92264FC}" type="presParOf" srcId="{3968D689-E4E6-424E-886B-D7887B0EA663}" destId="{C1133091-E0C7-474D-9B57-570DC1FAB007}"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6C182C-38AE-4588-80B6-42456A8059D8}" type="doc">
      <dgm:prSet loTypeId="urn:microsoft.com/office/officeart/2018/2/layout/IconLabelList" loCatId="icon" qsTypeId="urn:microsoft.com/office/officeart/2005/8/quickstyle/simple1" qsCatId="simple" csTypeId="urn:microsoft.com/office/officeart/2018/5/colors/Iconchunking_neutralbg_accent6_2" csCatId="accent6" phldr="1"/>
      <dgm:spPr/>
      <dgm:t>
        <a:bodyPr/>
        <a:lstStyle/>
        <a:p>
          <a:endParaRPr lang="en-US"/>
        </a:p>
      </dgm:t>
    </dgm:pt>
    <dgm:pt modelId="{11CE24AD-8A7E-4B65-9A27-78E30EB3B727}">
      <dgm:prSet/>
      <dgm:spPr/>
      <dgm:t>
        <a:bodyPr/>
        <a:lstStyle/>
        <a:p>
          <a:pPr>
            <a:lnSpc>
              <a:spcPct val="100000"/>
            </a:lnSpc>
          </a:pPr>
          <a:r>
            <a:rPr lang="en-US" b="1"/>
            <a:t>Automate genre classification: </a:t>
          </a:r>
          <a:r>
            <a:rPr lang="en-US"/>
            <a:t>Replace manual tagging of songs with scalable machine learning methods for accuracy and efficiency.</a:t>
          </a:r>
        </a:p>
      </dgm:t>
    </dgm:pt>
    <dgm:pt modelId="{3A10042C-4C13-4E04-8068-4A8F07A3B031}" cxnId="{91D32149-59E7-4DDC-833B-F29779787C40}" type="parTrans">
      <dgm:prSet/>
      <dgm:spPr/>
      <dgm:t>
        <a:bodyPr/>
        <a:lstStyle/>
        <a:p>
          <a:endParaRPr lang="en-US"/>
        </a:p>
      </dgm:t>
    </dgm:pt>
    <dgm:pt modelId="{584DC86B-C681-4E93-990D-7BAAC6EBCD48}" cxnId="{91D32149-59E7-4DDC-833B-F29779787C40}" type="sibTrans">
      <dgm:prSet/>
      <dgm:spPr/>
      <dgm:t>
        <a:bodyPr/>
        <a:lstStyle/>
        <a:p>
          <a:endParaRPr lang="en-US"/>
        </a:p>
      </dgm:t>
    </dgm:pt>
    <dgm:pt modelId="{0D9E7AA9-55EA-4F9D-A822-7239D543A2D4}">
      <dgm:prSet/>
      <dgm:spPr/>
      <dgm:t>
        <a:bodyPr/>
        <a:lstStyle/>
        <a:p>
          <a:pPr>
            <a:lnSpc>
              <a:spcPct val="100000"/>
            </a:lnSpc>
          </a:pPr>
          <a:r>
            <a:rPr lang="en-US" b="1"/>
            <a:t>Enhance music recommendations: </a:t>
          </a:r>
          <a:r>
            <a:rPr lang="en-US"/>
            <a:t>Use genre predictions to personalize user listening experiences and discover new music trends.</a:t>
          </a:r>
        </a:p>
      </dgm:t>
    </dgm:pt>
    <dgm:pt modelId="{90BA6101-D395-44F5-BF63-79A005591D41}" cxnId="{721A9E64-DC33-4EFD-A5D1-33AF9CB38933}" type="parTrans">
      <dgm:prSet/>
      <dgm:spPr/>
      <dgm:t>
        <a:bodyPr/>
        <a:lstStyle/>
        <a:p>
          <a:endParaRPr lang="en-US"/>
        </a:p>
      </dgm:t>
    </dgm:pt>
    <dgm:pt modelId="{E19AFB52-E731-45BE-92AE-06BEF182AA6D}" cxnId="{721A9E64-DC33-4EFD-A5D1-33AF9CB38933}" type="sibTrans">
      <dgm:prSet/>
      <dgm:spPr/>
      <dgm:t>
        <a:bodyPr/>
        <a:lstStyle/>
        <a:p>
          <a:endParaRPr lang="en-US"/>
        </a:p>
      </dgm:t>
    </dgm:pt>
    <dgm:pt modelId="{57BF716D-7270-4ED4-9661-7E9F996F77CE}">
      <dgm:prSet/>
      <dgm:spPr/>
      <dgm:t>
        <a:bodyPr/>
        <a:lstStyle/>
        <a:p>
          <a:pPr>
            <a:lnSpc>
              <a:spcPct val="100000"/>
            </a:lnSpc>
          </a:pPr>
          <a:r>
            <a:rPr lang="en-US" b="1"/>
            <a:t>Analyze music trends: </a:t>
          </a:r>
          <a:r>
            <a:rPr lang="en-US"/>
            <a:t>Identify patterns and relationships across different genres for deeper insights in musicology.</a:t>
          </a:r>
        </a:p>
      </dgm:t>
    </dgm:pt>
    <dgm:pt modelId="{EE7BB4A6-187E-4533-88B3-A35AC545F286}" cxnId="{07319327-3681-4D5D-9D97-6622D12D70DA}" type="parTrans">
      <dgm:prSet/>
      <dgm:spPr/>
      <dgm:t>
        <a:bodyPr/>
        <a:lstStyle/>
        <a:p>
          <a:endParaRPr lang="en-US"/>
        </a:p>
      </dgm:t>
    </dgm:pt>
    <dgm:pt modelId="{42901252-6CE1-4081-A398-0B12FDBECB94}" cxnId="{07319327-3681-4D5D-9D97-6622D12D70DA}" type="sibTrans">
      <dgm:prSet/>
      <dgm:spPr/>
      <dgm:t>
        <a:bodyPr/>
        <a:lstStyle/>
        <a:p>
          <a:endParaRPr lang="en-US"/>
        </a:p>
      </dgm:t>
    </dgm:pt>
    <dgm:pt modelId="{4FF615F6-94BE-4650-9BB3-E178C7D62E10}" type="pres">
      <dgm:prSet presAssocID="{1E6C182C-38AE-4588-80B6-42456A8059D8}" presName="root" presStyleCnt="0">
        <dgm:presLayoutVars>
          <dgm:dir/>
          <dgm:resizeHandles val="exact"/>
        </dgm:presLayoutVars>
      </dgm:prSet>
      <dgm:spPr/>
    </dgm:pt>
    <dgm:pt modelId="{AB3F2BD6-374E-45AD-B1AD-BBBE52686603}" type="pres">
      <dgm:prSet presAssocID="{11CE24AD-8A7E-4B65-9A27-78E30EB3B727}" presName="compNode" presStyleCnt="0"/>
      <dgm:spPr/>
    </dgm:pt>
    <dgm:pt modelId="{0767726F-5378-4A47-AC7D-DF2A3A7855E1}" type="pres">
      <dgm:prSet presAssocID="{11CE24AD-8A7E-4B65-9A27-78E30EB3B72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218036F2-2EE0-45D4-A0F8-2B67531644D3}" type="pres">
      <dgm:prSet presAssocID="{11CE24AD-8A7E-4B65-9A27-78E30EB3B727}" presName="spaceRect" presStyleCnt="0"/>
      <dgm:spPr/>
    </dgm:pt>
    <dgm:pt modelId="{1A1FD4D3-C651-42A0-AFC1-9D5EA638AD48}" type="pres">
      <dgm:prSet presAssocID="{11CE24AD-8A7E-4B65-9A27-78E30EB3B727}" presName="textRect" presStyleLbl="revTx" presStyleIdx="0" presStyleCnt="3">
        <dgm:presLayoutVars>
          <dgm:chMax val="1"/>
          <dgm:chPref val="1"/>
        </dgm:presLayoutVars>
      </dgm:prSet>
      <dgm:spPr/>
    </dgm:pt>
    <dgm:pt modelId="{DEC37310-E580-44F1-9216-D25DAF518549}" type="pres">
      <dgm:prSet presAssocID="{584DC86B-C681-4E93-990D-7BAAC6EBCD48}" presName="sibTrans" presStyleCnt="0"/>
      <dgm:spPr/>
    </dgm:pt>
    <dgm:pt modelId="{BB99F01A-9981-4570-9849-0B26899767DE}" type="pres">
      <dgm:prSet presAssocID="{0D9E7AA9-55EA-4F9D-A822-7239D543A2D4}" presName="compNode" presStyleCnt="0"/>
      <dgm:spPr/>
    </dgm:pt>
    <dgm:pt modelId="{6B753002-A398-49B2-8A31-4838D1EEFFA1}" type="pres">
      <dgm:prSet presAssocID="{0D9E7AA9-55EA-4F9D-A822-7239D543A2D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27031D52-ED89-41D3-B572-5C7606676FE8}" type="pres">
      <dgm:prSet presAssocID="{0D9E7AA9-55EA-4F9D-A822-7239D543A2D4}" presName="spaceRect" presStyleCnt="0"/>
      <dgm:spPr/>
    </dgm:pt>
    <dgm:pt modelId="{24B6BCC2-339E-4277-93A3-503290C2E54F}" type="pres">
      <dgm:prSet presAssocID="{0D9E7AA9-55EA-4F9D-A822-7239D543A2D4}" presName="textRect" presStyleLbl="revTx" presStyleIdx="1" presStyleCnt="3">
        <dgm:presLayoutVars>
          <dgm:chMax val="1"/>
          <dgm:chPref val="1"/>
        </dgm:presLayoutVars>
      </dgm:prSet>
      <dgm:spPr/>
    </dgm:pt>
    <dgm:pt modelId="{669A7D0A-F8A8-4827-8FC7-FE2B0E1524B4}" type="pres">
      <dgm:prSet presAssocID="{E19AFB52-E731-45BE-92AE-06BEF182AA6D}" presName="sibTrans" presStyleCnt="0"/>
      <dgm:spPr/>
    </dgm:pt>
    <dgm:pt modelId="{73059B23-4E9F-4578-B355-CBEDE478ABF3}" type="pres">
      <dgm:prSet presAssocID="{57BF716D-7270-4ED4-9661-7E9F996F77CE}" presName="compNode" presStyleCnt="0"/>
      <dgm:spPr/>
    </dgm:pt>
    <dgm:pt modelId="{80005E2F-0ADD-47E2-8276-EA1227C7146A}" type="pres">
      <dgm:prSet presAssocID="{57BF716D-7270-4ED4-9661-7E9F996F77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6D24C5CB-B22F-475F-82D6-039CB58F9C53}" type="pres">
      <dgm:prSet presAssocID="{57BF716D-7270-4ED4-9661-7E9F996F77CE}" presName="spaceRect" presStyleCnt="0"/>
      <dgm:spPr/>
    </dgm:pt>
    <dgm:pt modelId="{2735BED5-D3DC-4AA4-8445-0A65846E238E}" type="pres">
      <dgm:prSet presAssocID="{57BF716D-7270-4ED4-9661-7E9F996F77CE}" presName="textRect" presStyleLbl="revTx" presStyleIdx="2" presStyleCnt="3">
        <dgm:presLayoutVars>
          <dgm:chMax val="1"/>
          <dgm:chPref val="1"/>
        </dgm:presLayoutVars>
      </dgm:prSet>
      <dgm:spPr/>
    </dgm:pt>
  </dgm:ptLst>
  <dgm:cxnLst>
    <dgm:cxn modelId="{518C361C-488B-46F9-90E6-99C45A6E5864}" type="presOf" srcId="{1E6C182C-38AE-4588-80B6-42456A8059D8}" destId="{4FF615F6-94BE-4650-9BB3-E178C7D62E10}" srcOrd="0" destOrd="0" presId="urn:microsoft.com/office/officeart/2018/2/layout/IconLabelList"/>
    <dgm:cxn modelId="{07319327-3681-4D5D-9D97-6622D12D70DA}" srcId="{1E6C182C-38AE-4588-80B6-42456A8059D8}" destId="{57BF716D-7270-4ED4-9661-7E9F996F77CE}" srcOrd="2" destOrd="0" parTransId="{EE7BB4A6-187E-4533-88B3-A35AC545F286}" sibTransId="{42901252-6CE1-4081-A398-0B12FDBECB94}"/>
    <dgm:cxn modelId="{721A9E64-DC33-4EFD-A5D1-33AF9CB38933}" srcId="{1E6C182C-38AE-4588-80B6-42456A8059D8}" destId="{0D9E7AA9-55EA-4F9D-A822-7239D543A2D4}" srcOrd="1" destOrd="0" parTransId="{90BA6101-D395-44F5-BF63-79A005591D41}" sibTransId="{E19AFB52-E731-45BE-92AE-06BEF182AA6D}"/>
    <dgm:cxn modelId="{91D32149-59E7-4DDC-833B-F29779787C40}" srcId="{1E6C182C-38AE-4588-80B6-42456A8059D8}" destId="{11CE24AD-8A7E-4B65-9A27-78E30EB3B727}" srcOrd="0" destOrd="0" parTransId="{3A10042C-4C13-4E04-8068-4A8F07A3B031}" sibTransId="{584DC86B-C681-4E93-990D-7BAAC6EBCD48}"/>
    <dgm:cxn modelId="{01F8EB4F-33C9-4BC6-BBA4-A2B317C27158}" type="presOf" srcId="{11CE24AD-8A7E-4B65-9A27-78E30EB3B727}" destId="{1A1FD4D3-C651-42A0-AFC1-9D5EA638AD48}" srcOrd="0" destOrd="0" presId="urn:microsoft.com/office/officeart/2018/2/layout/IconLabelList"/>
    <dgm:cxn modelId="{128E948A-CBFE-4923-A805-7E95F774C6FF}" type="presOf" srcId="{0D9E7AA9-55EA-4F9D-A822-7239D543A2D4}" destId="{24B6BCC2-339E-4277-93A3-503290C2E54F}" srcOrd="0" destOrd="0" presId="urn:microsoft.com/office/officeart/2018/2/layout/IconLabelList"/>
    <dgm:cxn modelId="{8E4BC4C2-4B7C-430E-93EF-A657DFEB0CE5}" type="presOf" srcId="{57BF716D-7270-4ED4-9661-7E9F996F77CE}" destId="{2735BED5-D3DC-4AA4-8445-0A65846E238E}" srcOrd="0" destOrd="0" presId="urn:microsoft.com/office/officeart/2018/2/layout/IconLabelList"/>
    <dgm:cxn modelId="{C8C8A05C-679F-414A-AACB-BE395F70A592}" type="presParOf" srcId="{4FF615F6-94BE-4650-9BB3-E178C7D62E10}" destId="{AB3F2BD6-374E-45AD-B1AD-BBBE52686603}" srcOrd="0" destOrd="0" presId="urn:microsoft.com/office/officeart/2018/2/layout/IconLabelList"/>
    <dgm:cxn modelId="{335F1B96-B5A7-4419-9019-6564B7FE99D0}" type="presParOf" srcId="{AB3F2BD6-374E-45AD-B1AD-BBBE52686603}" destId="{0767726F-5378-4A47-AC7D-DF2A3A7855E1}" srcOrd="0" destOrd="0" presId="urn:microsoft.com/office/officeart/2018/2/layout/IconLabelList"/>
    <dgm:cxn modelId="{7ABCFB74-E778-489F-978F-CD30B64F6252}" type="presParOf" srcId="{AB3F2BD6-374E-45AD-B1AD-BBBE52686603}" destId="{218036F2-2EE0-45D4-A0F8-2B67531644D3}" srcOrd="1" destOrd="0" presId="urn:microsoft.com/office/officeart/2018/2/layout/IconLabelList"/>
    <dgm:cxn modelId="{5210B5DB-4683-4B09-AE67-6F2B85F9296F}" type="presParOf" srcId="{AB3F2BD6-374E-45AD-B1AD-BBBE52686603}" destId="{1A1FD4D3-C651-42A0-AFC1-9D5EA638AD48}" srcOrd="2" destOrd="0" presId="urn:microsoft.com/office/officeart/2018/2/layout/IconLabelList"/>
    <dgm:cxn modelId="{FB923637-EA7C-4DDE-8A93-C0A5069C4B95}" type="presParOf" srcId="{4FF615F6-94BE-4650-9BB3-E178C7D62E10}" destId="{DEC37310-E580-44F1-9216-D25DAF518549}" srcOrd="1" destOrd="0" presId="urn:microsoft.com/office/officeart/2018/2/layout/IconLabelList"/>
    <dgm:cxn modelId="{181A6DBD-0280-4960-B0F6-A887184F857B}" type="presParOf" srcId="{4FF615F6-94BE-4650-9BB3-E178C7D62E10}" destId="{BB99F01A-9981-4570-9849-0B26899767DE}" srcOrd="2" destOrd="0" presId="urn:microsoft.com/office/officeart/2018/2/layout/IconLabelList"/>
    <dgm:cxn modelId="{7A93BC49-5251-4345-BCAE-305103268F54}" type="presParOf" srcId="{BB99F01A-9981-4570-9849-0B26899767DE}" destId="{6B753002-A398-49B2-8A31-4838D1EEFFA1}" srcOrd="0" destOrd="0" presId="urn:microsoft.com/office/officeart/2018/2/layout/IconLabelList"/>
    <dgm:cxn modelId="{A4DE613B-09CB-4811-BEC7-3A3BF987B183}" type="presParOf" srcId="{BB99F01A-9981-4570-9849-0B26899767DE}" destId="{27031D52-ED89-41D3-B572-5C7606676FE8}" srcOrd="1" destOrd="0" presId="urn:microsoft.com/office/officeart/2018/2/layout/IconLabelList"/>
    <dgm:cxn modelId="{FE14FE25-612B-483A-8BB1-3D1F3CD3B2A7}" type="presParOf" srcId="{BB99F01A-9981-4570-9849-0B26899767DE}" destId="{24B6BCC2-339E-4277-93A3-503290C2E54F}" srcOrd="2" destOrd="0" presId="urn:microsoft.com/office/officeart/2018/2/layout/IconLabelList"/>
    <dgm:cxn modelId="{C9A9DF8F-FB23-4318-A0D4-2E0A66C2F1DF}" type="presParOf" srcId="{4FF615F6-94BE-4650-9BB3-E178C7D62E10}" destId="{669A7D0A-F8A8-4827-8FC7-FE2B0E1524B4}" srcOrd="3" destOrd="0" presId="urn:microsoft.com/office/officeart/2018/2/layout/IconLabelList"/>
    <dgm:cxn modelId="{1F608888-CDE1-48D6-8ABA-3A80428B22F2}" type="presParOf" srcId="{4FF615F6-94BE-4650-9BB3-E178C7D62E10}" destId="{73059B23-4E9F-4578-B355-CBEDE478ABF3}" srcOrd="4" destOrd="0" presId="urn:microsoft.com/office/officeart/2018/2/layout/IconLabelList"/>
    <dgm:cxn modelId="{7A55BADC-AF59-4316-AFD0-561A9FD1FB7D}" type="presParOf" srcId="{73059B23-4E9F-4578-B355-CBEDE478ABF3}" destId="{80005E2F-0ADD-47E2-8276-EA1227C7146A}" srcOrd="0" destOrd="0" presId="urn:microsoft.com/office/officeart/2018/2/layout/IconLabelList"/>
    <dgm:cxn modelId="{BE4E8A34-49A4-4AE9-84DC-B9911EB97982}" type="presParOf" srcId="{73059B23-4E9F-4578-B355-CBEDE478ABF3}" destId="{6D24C5CB-B22F-475F-82D6-039CB58F9C53}" srcOrd="1" destOrd="0" presId="urn:microsoft.com/office/officeart/2018/2/layout/IconLabelList"/>
    <dgm:cxn modelId="{6CB871F6-1B1A-4B09-9ABF-6DF9B7E2620F}" type="presParOf" srcId="{73059B23-4E9F-4578-B355-CBEDE478ABF3}" destId="{2735BED5-D3DC-4AA4-8445-0A65846E238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6E54C4-B84B-46E2-8ABC-F5EF3D6E3C3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D24E406-4782-46C9-A65D-6CDA979C8165}">
      <dgm:prSet/>
      <dgm:spPr/>
      <dgm:t>
        <a:bodyPr/>
        <a:lstStyle/>
        <a:p>
          <a:pPr>
            <a:lnSpc>
              <a:spcPct val="100000"/>
            </a:lnSpc>
          </a:pPr>
          <a:r>
            <a:rPr lang="en-US" b="1" dirty="0"/>
            <a:t>Python</a:t>
          </a:r>
          <a:r>
            <a:rPr lang="en-US" dirty="0"/>
            <a:t> – Core programming </a:t>
          </a:r>
        </a:p>
      </dgm:t>
    </dgm:pt>
    <dgm:pt modelId="{EFD90A3A-BBCC-411E-8760-AFB3A6203392}" cxnId="{5397022D-BC3C-4870-8BA7-16FB99FC9E99}" type="parTrans">
      <dgm:prSet/>
      <dgm:spPr/>
      <dgm:t>
        <a:bodyPr/>
        <a:lstStyle/>
        <a:p>
          <a:endParaRPr lang="en-US"/>
        </a:p>
      </dgm:t>
    </dgm:pt>
    <dgm:pt modelId="{990DAB22-EBE0-4300-93BF-2E488D2AF8A5}" cxnId="{5397022D-BC3C-4870-8BA7-16FB99FC9E99}" type="sibTrans">
      <dgm:prSet/>
      <dgm:spPr/>
      <dgm:t>
        <a:bodyPr/>
        <a:lstStyle/>
        <a:p>
          <a:endParaRPr lang="en-US"/>
        </a:p>
      </dgm:t>
    </dgm:pt>
    <dgm:pt modelId="{5FAA0C9B-6479-4F0A-B081-8416E5D0F3EE}">
      <dgm:prSet/>
      <dgm:spPr/>
      <dgm:t>
        <a:bodyPr/>
        <a:lstStyle/>
        <a:p>
          <a:pPr>
            <a:lnSpc>
              <a:spcPct val="100000"/>
            </a:lnSpc>
          </a:pPr>
          <a:r>
            <a:rPr lang="en-US" b="1" dirty="0"/>
            <a:t>TensorFlow</a:t>
          </a:r>
          <a:r>
            <a:rPr lang="en-US" b="0" dirty="0">
              <a:latin typeface="Aptos Display" panose="020F0302020204030204"/>
            </a:rPr>
            <a:t>–</a:t>
          </a:r>
          <a:r>
            <a:rPr lang="en-US" dirty="0"/>
            <a:t> Used to build and train the deep learning model.</a:t>
          </a:r>
        </a:p>
      </dgm:t>
    </dgm:pt>
    <dgm:pt modelId="{F53C981C-E184-451F-9C60-D8A076809C2D}" cxnId="{DE40B388-62EF-4940-BAE7-E60245224711}" type="parTrans">
      <dgm:prSet/>
      <dgm:spPr/>
      <dgm:t>
        <a:bodyPr/>
        <a:lstStyle/>
        <a:p>
          <a:endParaRPr lang="en-US"/>
        </a:p>
      </dgm:t>
    </dgm:pt>
    <dgm:pt modelId="{E9361786-C3DA-47B5-91AA-5037C4660EFA}" cxnId="{DE40B388-62EF-4940-BAE7-E60245224711}" type="sibTrans">
      <dgm:prSet/>
      <dgm:spPr/>
      <dgm:t>
        <a:bodyPr/>
        <a:lstStyle/>
        <a:p>
          <a:endParaRPr lang="en-US"/>
        </a:p>
      </dgm:t>
    </dgm:pt>
    <dgm:pt modelId="{E4934246-46A2-4144-95CB-42DF5199D990}">
      <dgm:prSet/>
      <dgm:spPr/>
      <dgm:t>
        <a:bodyPr/>
        <a:lstStyle/>
        <a:p>
          <a:pPr>
            <a:lnSpc>
              <a:spcPct val="100000"/>
            </a:lnSpc>
          </a:pPr>
          <a:r>
            <a:rPr lang="en-US" b="1" dirty="0" err="1"/>
            <a:t>Librosa</a:t>
          </a:r>
          <a:r>
            <a:rPr lang="en-US" dirty="0"/>
            <a:t> – For audio analysis and MFCC feature extraction.</a:t>
          </a:r>
        </a:p>
      </dgm:t>
    </dgm:pt>
    <dgm:pt modelId="{25F12893-6D6D-4935-8B04-B02FA4495628}" cxnId="{3D6F5511-498E-4A6F-B082-58F7FBB77197}" type="parTrans">
      <dgm:prSet/>
      <dgm:spPr/>
      <dgm:t>
        <a:bodyPr/>
        <a:lstStyle/>
        <a:p>
          <a:endParaRPr lang="en-US"/>
        </a:p>
      </dgm:t>
    </dgm:pt>
    <dgm:pt modelId="{8DE6BF74-DDFF-4BB1-ADFB-2B5A4955C8A5}" cxnId="{3D6F5511-498E-4A6F-B082-58F7FBB77197}" type="sibTrans">
      <dgm:prSet/>
      <dgm:spPr/>
      <dgm:t>
        <a:bodyPr/>
        <a:lstStyle/>
        <a:p>
          <a:endParaRPr lang="en-US"/>
        </a:p>
      </dgm:t>
    </dgm:pt>
    <dgm:pt modelId="{11E7DB9C-9DC9-4757-A496-A06D0A603E96}">
      <dgm:prSet/>
      <dgm:spPr/>
      <dgm:t>
        <a:bodyPr/>
        <a:lstStyle/>
        <a:p>
          <a:pPr>
            <a:lnSpc>
              <a:spcPct val="100000"/>
            </a:lnSpc>
          </a:pPr>
          <a:r>
            <a:rPr lang="en-US" b="1" dirty="0"/>
            <a:t>Pandas</a:t>
          </a:r>
          <a:r>
            <a:rPr lang="en-US" dirty="0"/>
            <a:t> – To handle and manage structured data.</a:t>
          </a:r>
        </a:p>
      </dgm:t>
    </dgm:pt>
    <dgm:pt modelId="{DFB91459-FC5B-4F4E-95B6-3E9771F5DF2D}" cxnId="{293F3AFC-28AA-4501-81CB-A63E8AC605D1}" type="parTrans">
      <dgm:prSet/>
      <dgm:spPr/>
      <dgm:t>
        <a:bodyPr/>
        <a:lstStyle/>
        <a:p>
          <a:endParaRPr lang="en-US"/>
        </a:p>
      </dgm:t>
    </dgm:pt>
    <dgm:pt modelId="{F8F41F9C-176E-42C2-953F-2270D571FDAA}" cxnId="{293F3AFC-28AA-4501-81CB-A63E8AC605D1}" type="sibTrans">
      <dgm:prSet/>
      <dgm:spPr/>
      <dgm:t>
        <a:bodyPr/>
        <a:lstStyle/>
        <a:p>
          <a:endParaRPr lang="en-US"/>
        </a:p>
      </dgm:t>
    </dgm:pt>
    <dgm:pt modelId="{8CED027A-4F01-4B3A-9838-F30B47B20C39}">
      <dgm:prSet/>
      <dgm:spPr/>
      <dgm:t>
        <a:bodyPr/>
        <a:lstStyle/>
        <a:p>
          <a:pPr>
            <a:lnSpc>
              <a:spcPct val="100000"/>
            </a:lnSpc>
          </a:pPr>
          <a:r>
            <a:rPr lang="en-US" b="1" dirty="0"/>
            <a:t>Matplotlib &amp; Seaborn</a:t>
          </a:r>
          <a:r>
            <a:rPr lang="en-US" dirty="0"/>
            <a:t> – For visualizing model performance and audio features.</a:t>
          </a:r>
        </a:p>
      </dgm:t>
    </dgm:pt>
    <dgm:pt modelId="{603D736A-9DE8-4139-8CDB-2B6DFC5CA1F5}" cxnId="{C794F066-D193-4D76-9FC2-409767F5E8B7}" type="parTrans">
      <dgm:prSet/>
      <dgm:spPr/>
      <dgm:t>
        <a:bodyPr/>
        <a:lstStyle/>
        <a:p>
          <a:endParaRPr lang="en-US"/>
        </a:p>
      </dgm:t>
    </dgm:pt>
    <dgm:pt modelId="{8D984AF6-099E-42FD-96E0-FF5AEA07D232}" cxnId="{C794F066-D193-4D76-9FC2-409767F5E8B7}" type="sibTrans">
      <dgm:prSet/>
      <dgm:spPr/>
      <dgm:t>
        <a:bodyPr/>
        <a:lstStyle/>
        <a:p>
          <a:endParaRPr lang="en-US"/>
        </a:p>
      </dgm:t>
    </dgm:pt>
    <dgm:pt modelId="{D6624AD1-09C7-4A73-A794-A4D999A794A8}">
      <dgm:prSet/>
      <dgm:spPr/>
      <dgm:t>
        <a:bodyPr/>
        <a:lstStyle/>
        <a:p>
          <a:pPr>
            <a:lnSpc>
              <a:spcPct val="100000"/>
            </a:lnSpc>
          </a:pPr>
          <a:r>
            <a:rPr lang="en-US" b="1" dirty="0"/>
            <a:t>Scikit-learn</a:t>
          </a:r>
          <a:r>
            <a:rPr lang="en-US" dirty="0"/>
            <a:t> – Used for preprocessing, splitting data, and evaluation metrics.</a:t>
          </a:r>
        </a:p>
      </dgm:t>
    </dgm:pt>
    <dgm:pt modelId="{26FA1CF4-DDDB-4DFA-BFF3-225121434DD9}" cxnId="{EF8F500D-F381-4AF2-B267-EFAD56B8EC3C}" type="parTrans">
      <dgm:prSet/>
      <dgm:spPr/>
      <dgm:t>
        <a:bodyPr/>
        <a:lstStyle/>
        <a:p>
          <a:endParaRPr lang="en-US"/>
        </a:p>
      </dgm:t>
    </dgm:pt>
    <dgm:pt modelId="{D92B3D2D-5F41-4FA1-AA34-43F9A873946F}" cxnId="{EF8F500D-F381-4AF2-B267-EFAD56B8EC3C}" type="sibTrans">
      <dgm:prSet/>
      <dgm:spPr/>
      <dgm:t>
        <a:bodyPr/>
        <a:lstStyle/>
        <a:p>
          <a:endParaRPr lang="en-US"/>
        </a:p>
      </dgm:t>
    </dgm:pt>
    <dgm:pt modelId="{AEAE71D8-76F5-4F13-85A0-67D24D714F04}">
      <dgm:prSet/>
      <dgm:spPr/>
      <dgm:t>
        <a:bodyPr/>
        <a:lstStyle/>
        <a:p>
          <a:pPr>
            <a:lnSpc>
              <a:spcPct val="100000"/>
            </a:lnSpc>
          </a:pPr>
          <a:r>
            <a:rPr lang="en-US" b="1" dirty="0" err="1">
              <a:latin typeface="Aptos Display" panose="020F0302020204030204"/>
            </a:rPr>
            <a:t>yt-dlp</a:t>
          </a:r>
          <a:r>
            <a:rPr lang="en-US" b="0" dirty="0">
              <a:latin typeface="Aptos Display" panose="020F0302020204030204"/>
            </a:rPr>
            <a:t> – Tool used to download songs from YouTube for dataset creation</a:t>
          </a:r>
          <a:r>
            <a:rPr lang="en-US" dirty="0"/>
            <a:t>.</a:t>
          </a:r>
        </a:p>
      </dgm:t>
    </dgm:pt>
    <dgm:pt modelId="{07B46E7E-FE4F-42C4-8024-76E065639CF1}" cxnId="{4E6FE2B6-5FFF-47DF-BF9D-AECBA67FA8EC}" type="parTrans">
      <dgm:prSet/>
      <dgm:spPr/>
      <dgm:t>
        <a:bodyPr/>
        <a:lstStyle/>
        <a:p>
          <a:endParaRPr lang="en-US"/>
        </a:p>
      </dgm:t>
    </dgm:pt>
    <dgm:pt modelId="{EE9EA915-9FEC-4BF1-B70B-7AA933E19207}" cxnId="{4E6FE2B6-5FFF-47DF-BF9D-AECBA67FA8EC}" type="sibTrans">
      <dgm:prSet/>
      <dgm:spPr/>
      <dgm:t>
        <a:bodyPr/>
        <a:lstStyle/>
        <a:p>
          <a:endParaRPr lang="en-US"/>
        </a:p>
      </dgm:t>
    </dgm:pt>
    <dgm:pt modelId="{2033EBEC-263A-4B4A-B0A4-106FE2AF83AE}" type="pres">
      <dgm:prSet presAssocID="{4A6E54C4-B84B-46E2-8ABC-F5EF3D6E3C30}" presName="diagram" presStyleCnt="0">
        <dgm:presLayoutVars>
          <dgm:dir/>
          <dgm:resizeHandles val="exact"/>
        </dgm:presLayoutVars>
      </dgm:prSet>
      <dgm:spPr/>
    </dgm:pt>
    <dgm:pt modelId="{2C339DA5-EA1A-474D-8401-2D96AD0A8744}" type="pres">
      <dgm:prSet presAssocID="{9D24E406-4782-46C9-A65D-6CDA979C8165}" presName="node" presStyleLbl="node1" presStyleIdx="0" presStyleCnt="7">
        <dgm:presLayoutVars>
          <dgm:bulletEnabled val="1"/>
        </dgm:presLayoutVars>
      </dgm:prSet>
      <dgm:spPr/>
    </dgm:pt>
    <dgm:pt modelId="{1FF58B4C-307A-40E2-80B4-7F84F8A1A5C5}" type="pres">
      <dgm:prSet presAssocID="{990DAB22-EBE0-4300-93BF-2E488D2AF8A5}" presName="sibTrans" presStyleCnt="0"/>
      <dgm:spPr/>
    </dgm:pt>
    <dgm:pt modelId="{4EA1C8B4-625C-45F8-8776-3C2731B71291}" type="pres">
      <dgm:prSet presAssocID="{5FAA0C9B-6479-4F0A-B081-8416E5D0F3EE}" presName="node" presStyleLbl="node1" presStyleIdx="1" presStyleCnt="7">
        <dgm:presLayoutVars>
          <dgm:bulletEnabled val="1"/>
        </dgm:presLayoutVars>
      </dgm:prSet>
      <dgm:spPr/>
    </dgm:pt>
    <dgm:pt modelId="{F6DE7FA1-D1ED-4383-85DE-78A4F4382801}" type="pres">
      <dgm:prSet presAssocID="{E9361786-C3DA-47B5-91AA-5037C4660EFA}" presName="sibTrans" presStyleCnt="0"/>
      <dgm:spPr/>
    </dgm:pt>
    <dgm:pt modelId="{92A1D9D7-0805-4066-A4E0-B30160FEE8D8}" type="pres">
      <dgm:prSet presAssocID="{E4934246-46A2-4144-95CB-42DF5199D990}" presName="node" presStyleLbl="node1" presStyleIdx="2" presStyleCnt="7">
        <dgm:presLayoutVars>
          <dgm:bulletEnabled val="1"/>
        </dgm:presLayoutVars>
      </dgm:prSet>
      <dgm:spPr/>
    </dgm:pt>
    <dgm:pt modelId="{7872D8F6-638C-4B81-8637-FE2938952F53}" type="pres">
      <dgm:prSet presAssocID="{8DE6BF74-DDFF-4BB1-ADFB-2B5A4955C8A5}" presName="sibTrans" presStyleCnt="0"/>
      <dgm:spPr/>
    </dgm:pt>
    <dgm:pt modelId="{043CF2BE-4FC7-4F79-9831-F690197F164E}" type="pres">
      <dgm:prSet presAssocID="{11E7DB9C-9DC9-4757-A496-A06D0A603E96}" presName="node" presStyleLbl="node1" presStyleIdx="3" presStyleCnt="7">
        <dgm:presLayoutVars>
          <dgm:bulletEnabled val="1"/>
        </dgm:presLayoutVars>
      </dgm:prSet>
      <dgm:spPr/>
    </dgm:pt>
    <dgm:pt modelId="{75BD9951-0E32-40FE-9178-E8CA1543900E}" type="pres">
      <dgm:prSet presAssocID="{F8F41F9C-176E-42C2-953F-2270D571FDAA}" presName="sibTrans" presStyleCnt="0"/>
      <dgm:spPr/>
    </dgm:pt>
    <dgm:pt modelId="{979ACA12-1060-43C1-93FC-C5CCE6762E21}" type="pres">
      <dgm:prSet presAssocID="{8CED027A-4F01-4B3A-9838-F30B47B20C39}" presName="node" presStyleLbl="node1" presStyleIdx="4" presStyleCnt="7">
        <dgm:presLayoutVars>
          <dgm:bulletEnabled val="1"/>
        </dgm:presLayoutVars>
      </dgm:prSet>
      <dgm:spPr/>
    </dgm:pt>
    <dgm:pt modelId="{328966D6-B28A-487E-9788-BFA5D75D2911}" type="pres">
      <dgm:prSet presAssocID="{8D984AF6-099E-42FD-96E0-FF5AEA07D232}" presName="sibTrans" presStyleCnt="0"/>
      <dgm:spPr/>
    </dgm:pt>
    <dgm:pt modelId="{9C6E3356-DFEA-4ED9-8AEA-6F7E1DAA4800}" type="pres">
      <dgm:prSet presAssocID="{D6624AD1-09C7-4A73-A794-A4D999A794A8}" presName="node" presStyleLbl="node1" presStyleIdx="5" presStyleCnt="7">
        <dgm:presLayoutVars>
          <dgm:bulletEnabled val="1"/>
        </dgm:presLayoutVars>
      </dgm:prSet>
      <dgm:spPr/>
    </dgm:pt>
    <dgm:pt modelId="{258DC055-E81A-465A-B9A5-45EF36D912B0}" type="pres">
      <dgm:prSet presAssocID="{D92B3D2D-5F41-4FA1-AA34-43F9A873946F}" presName="sibTrans" presStyleCnt="0"/>
      <dgm:spPr/>
    </dgm:pt>
    <dgm:pt modelId="{A491A444-D5B6-409A-B9A7-3E1FB86F87FF}" type="pres">
      <dgm:prSet presAssocID="{AEAE71D8-76F5-4F13-85A0-67D24D714F04}" presName="node" presStyleLbl="node1" presStyleIdx="6" presStyleCnt="7">
        <dgm:presLayoutVars>
          <dgm:bulletEnabled val="1"/>
        </dgm:presLayoutVars>
      </dgm:prSet>
      <dgm:spPr/>
    </dgm:pt>
  </dgm:ptLst>
  <dgm:cxnLst>
    <dgm:cxn modelId="{EF8F500D-F381-4AF2-B267-EFAD56B8EC3C}" srcId="{4A6E54C4-B84B-46E2-8ABC-F5EF3D6E3C30}" destId="{D6624AD1-09C7-4A73-A794-A4D999A794A8}" srcOrd="5" destOrd="0" parTransId="{26FA1CF4-DDDB-4DFA-BFF3-225121434DD9}" sibTransId="{D92B3D2D-5F41-4FA1-AA34-43F9A873946F}"/>
    <dgm:cxn modelId="{3D6F5511-498E-4A6F-B082-58F7FBB77197}" srcId="{4A6E54C4-B84B-46E2-8ABC-F5EF3D6E3C30}" destId="{E4934246-46A2-4144-95CB-42DF5199D990}" srcOrd="2" destOrd="0" parTransId="{25F12893-6D6D-4935-8B04-B02FA4495628}" sibTransId="{8DE6BF74-DDFF-4BB1-ADFB-2B5A4955C8A5}"/>
    <dgm:cxn modelId="{986EBA1B-A290-4F15-8086-8BCC13E92436}" type="presOf" srcId="{4A6E54C4-B84B-46E2-8ABC-F5EF3D6E3C30}" destId="{2033EBEC-263A-4B4A-B0A4-106FE2AF83AE}" srcOrd="0" destOrd="0" presId="urn:microsoft.com/office/officeart/2005/8/layout/default"/>
    <dgm:cxn modelId="{38E60025-ADE4-4E4A-B5CA-0B067DB38C52}" type="presOf" srcId="{8CED027A-4F01-4B3A-9838-F30B47B20C39}" destId="{979ACA12-1060-43C1-93FC-C5CCE6762E21}" srcOrd="0" destOrd="0" presId="urn:microsoft.com/office/officeart/2005/8/layout/default"/>
    <dgm:cxn modelId="{5397022D-BC3C-4870-8BA7-16FB99FC9E99}" srcId="{4A6E54C4-B84B-46E2-8ABC-F5EF3D6E3C30}" destId="{9D24E406-4782-46C9-A65D-6CDA979C8165}" srcOrd="0" destOrd="0" parTransId="{EFD90A3A-BBCC-411E-8760-AFB3A6203392}" sibTransId="{990DAB22-EBE0-4300-93BF-2E488D2AF8A5}"/>
    <dgm:cxn modelId="{5AC3163C-9BDA-41FA-984E-F667FACFFECC}" type="presOf" srcId="{AEAE71D8-76F5-4F13-85A0-67D24D714F04}" destId="{A491A444-D5B6-409A-B9A7-3E1FB86F87FF}" srcOrd="0" destOrd="0" presId="urn:microsoft.com/office/officeart/2005/8/layout/default"/>
    <dgm:cxn modelId="{C794F066-D193-4D76-9FC2-409767F5E8B7}" srcId="{4A6E54C4-B84B-46E2-8ABC-F5EF3D6E3C30}" destId="{8CED027A-4F01-4B3A-9838-F30B47B20C39}" srcOrd="4" destOrd="0" parTransId="{603D736A-9DE8-4139-8CDB-2B6DFC5CA1F5}" sibTransId="{8D984AF6-099E-42FD-96E0-FF5AEA07D232}"/>
    <dgm:cxn modelId="{14E66748-38C6-461B-A725-17DF818F08A2}" type="presOf" srcId="{9D24E406-4782-46C9-A65D-6CDA979C8165}" destId="{2C339DA5-EA1A-474D-8401-2D96AD0A8744}" srcOrd="0" destOrd="0" presId="urn:microsoft.com/office/officeart/2005/8/layout/default"/>
    <dgm:cxn modelId="{2B440D4E-2E04-47A2-B86B-A1B92A69FBDF}" type="presOf" srcId="{5FAA0C9B-6479-4F0A-B081-8416E5D0F3EE}" destId="{4EA1C8B4-625C-45F8-8776-3C2731B71291}" srcOrd="0" destOrd="0" presId="urn:microsoft.com/office/officeart/2005/8/layout/default"/>
    <dgm:cxn modelId="{DE40B388-62EF-4940-BAE7-E60245224711}" srcId="{4A6E54C4-B84B-46E2-8ABC-F5EF3D6E3C30}" destId="{5FAA0C9B-6479-4F0A-B081-8416E5D0F3EE}" srcOrd="1" destOrd="0" parTransId="{F53C981C-E184-451F-9C60-D8A076809C2D}" sibTransId="{E9361786-C3DA-47B5-91AA-5037C4660EFA}"/>
    <dgm:cxn modelId="{4E6FE2B6-5FFF-47DF-BF9D-AECBA67FA8EC}" srcId="{4A6E54C4-B84B-46E2-8ABC-F5EF3D6E3C30}" destId="{AEAE71D8-76F5-4F13-85A0-67D24D714F04}" srcOrd="6" destOrd="0" parTransId="{07B46E7E-FE4F-42C4-8024-76E065639CF1}" sibTransId="{EE9EA915-9FEC-4BF1-B70B-7AA933E19207}"/>
    <dgm:cxn modelId="{B836DBD9-EF08-4A65-B11E-07EE2D321A6D}" type="presOf" srcId="{D6624AD1-09C7-4A73-A794-A4D999A794A8}" destId="{9C6E3356-DFEA-4ED9-8AEA-6F7E1DAA4800}" srcOrd="0" destOrd="0" presId="urn:microsoft.com/office/officeart/2005/8/layout/default"/>
    <dgm:cxn modelId="{959289E1-F4B0-4340-B0DF-B99F088BB61B}" type="presOf" srcId="{11E7DB9C-9DC9-4757-A496-A06D0A603E96}" destId="{043CF2BE-4FC7-4F79-9831-F690197F164E}" srcOrd="0" destOrd="0" presId="urn:microsoft.com/office/officeart/2005/8/layout/default"/>
    <dgm:cxn modelId="{3C1CC7EB-5DA2-4814-A9A2-45C993C21B97}" type="presOf" srcId="{E4934246-46A2-4144-95CB-42DF5199D990}" destId="{92A1D9D7-0805-4066-A4E0-B30160FEE8D8}" srcOrd="0" destOrd="0" presId="urn:microsoft.com/office/officeart/2005/8/layout/default"/>
    <dgm:cxn modelId="{293F3AFC-28AA-4501-81CB-A63E8AC605D1}" srcId="{4A6E54C4-B84B-46E2-8ABC-F5EF3D6E3C30}" destId="{11E7DB9C-9DC9-4757-A496-A06D0A603E96}" srcOrd="3" destOrd="0" parTransId="{DFB91459-FC5B-4F4E-95B6-3E9771F5DF2D}" sibTransId="{F8F41F9C-176E-42C2-953F-2270D571FDAA}"/>
    <dgm:cxn modelId="{41B07835-0F55-4E8F-8F5D-E0E73EDC25F0}" type="presParOf" srcId="{2033EBEC-263A-4B4A-B0A4-106FE2AF83AE}" destId="{2C339DA5-EA1A-474D-8401-2D96AD0A8744}" srcOrd="0" destOrd="0" presId="urn:microsoft.com/office/officeart/2005/8/layout/default"/>
    <dgm:cxn modelId="{BAA3A797-4E64-44D7-83AA-4E7BE0226C4B}" type="presParOf" srcId="{2033EBEC-263A-4B4A-B0A4-106FE2AF83AE}" destId="{1FF58B4C-307A-40E2-80B4-7F84F8A1A5C5}" srcOrd="1" destOrd="0" presId="urn:microsoft.com/office/officeart/2005/8/layout/default"/>
    <dgm:cxn modelId="{057999E6-63EB-4F51-9A11-27D48B46F1E8}" type="presParOf" srcId="{2033EBEC-263A-4B4A-B0A4-106FE2AF83AE}" destId="{4EA1C8B4-625C-45F8-8776-3C2731B71291}" srcOrd="2" destOrd="0" presId="urn:microsoft.com/office/officeart/2005/8/layout/default"/>
    <dgm:cxn modelId="{5A6B38A1-6189-4176-84F8-E5604E710616}" type="presParOf" srcId="{2033EBEC-263A-4B4A-B0A4-106FE2AF83AE}" destId="{F6DE7FA1-D1ED-4383-85DE-78A4F4382801}" srcOrd="3" destOrd="0" presId="urn:microsoft.com/office/officeart/2005/8/layout/default"/>
    <dgm:cxn modelId="{050BFCF9-2F2F-4BFF-83E9-77CD5AD999A8}" type="presParOf" srcId="{2033EBEC-263A-4B4A-B0A4-106FE2AF83AE}" destId="{92A1D9D7-0805-4066-A4E0-B30160FEE8D8}" srcOrd="4" destOrd="0" presId="urn:microsoft.com/office/officeart/2005/8/layout/default"/>
    <dgm:cxn modelId="{F9575BB6-38A1-46BF-8475-152873D0482B}" type="presParOf" srcId="{2033EBEC-263A-4B4A-B0A4-106FE2AF83AE}" destId="{7872D8F6-638C-4B81-8637-FE2938952F53}" srcOrd="5" destOrd="0" presId="urn:microsoft.com/office/officeart/2005/8/layout/default"/>
    <dgm:cxn modelId="{85742335-99C9-4C0C-9394-2A4BE7C3BD90}" type="presParOf" srcId="{2033EBEC-263A-4B4A-B0A4-106FE2AF83AE}" destId="{043CF2BE-4FC7-4F79-9831-F690197F164E}" srcOrd="6" destOrd="0" presId="urn:microsoft.com/office/officeart/2005/8/layout/default"/>
    <dgm:cxn modelId="{519954A9-DE63-4295-80E7-8436AE2C1E0B}" type="presParOf" srcId="{2033EBEC-263A-4B4A-B0A4-106FE2AF83AE}" destId="{75BD9951-0E32-40FE-9178-E8CA1543900E}" srcOrd="7" destOrd="0" presId="urn:microsoft.com/office/officeart/2005/8/layout/default"/>
    <dgm:cxn modelId="{4F337A03-C9FF-4D72-A593-620FC6A5C519}" type="presParOf" srcId="{2033EBEC-263A-4B4A-B0A4-106FE2AF83AE}" destId="{979ACA12-1060-43C1-93FC-C5CCE6762E21}" srcOrd="8" destOrd="0" presId="urn:microsoft.com/office/officeart/2005/8/layout/default"/>
    <dgm:cxn modelId="{643DD8DC-1D5B-4F46-97D1-0BD6CB2482B1}" type="presParOf" srcId="{2033EBEC-263A-4B4A-B0A4-106FE2AF83AE}" destId="{328966D6-B28A-487E-9788-BFA5D75D2911}" srcOrd="9" destOrd="0" presId="urn:microsoft.com/office/officeart/2005/8/layout/default"/>
    <dgm:cxn modelId="{8CDE249B-D6CE-4B8F-A50E-88BC76371ED2}" type="presParOf" srcId="{2033EBEC-263A-4B4A-B0A4-106FE2AF83AE}" destId="{9C6E3356-DFEA-4ED9-8AEA-6F7E1DAA4800}" srcOrd="10" destOrd="0" presId="urn:microsoft.com/office/officeart/2005/8/layout/default"/>
    <dgm:cxn modelId="{7E7CB59E-92FD-4C3C-9B47-A6CAA4E56917}" type="presParOf" srcId="{2033EBEC-263A-4B4A-B0A4-106FE2AF83AE}" destId="{258DC055-E81A-465A-B9A5-45EF36D912B0}" srcOrd="11" destOrd="0" presId="urn:microsoft.com/office/officeart/2005/8/layout/default"/>
    <dgm:cxn modelId="{529BE910-3AB0-4584-9BCB-99248A46FD58}" type="presParOf" srcId="{2033EBEC-263A-4B4A-B0A4-106FE2AF83AE}" destId="{A491A444-D5B6-409A-B9A7-3E1FB86F87FF}"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860002" cy="4726276"/>
        <a:chOff x="0" y="0"/>
        <a:chExt cx="3860002" cy="4726276"/>
      </a:xfrm>
    </dsp:grpSpPr>
    <dsp:sp modelId="{1F778F85-4CFF-45A9-B18A-F46CCC2F9FE3}">
      <dsp:nvSpPr>
        <dsp:cNvPr id="3" name="Rounded Rectangle 2"/>
        <dsp:cNvSpPr/>
      </dsp:nvSpPr>
      <dsp:spPr bwMode="white">
        <a:xfrm>
          <a:off x="0" y="60958"/>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Abstract</a:t>
          </a:r>
        </a:p>
      </dsp:txBody>
      <dsp:txXfrm>
        <a:off x="0" y="60958"/>
        <a:ext cx="3860002" cy="525145"/>
      </dsp:txXfrm>
    </dsp:sp>
    <dsp:sp modelId="{69279B19-5DD8-498E-A467-F72A986CA47E}">
      <dsp:nvSpPr>
        <dsp:cNvPr id="4" name="Rounded Rectangle 3"/>
        <dsp:cNvSpPr/>
      </dsp:nvSpPr>
      <dsp:spPr bwMode="white">
        <a:xfrm>
          <a:off x="0" y="643703"/>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Introduction</a:t>
          </a:r>
        </a:p>
      </dsp:txBody>
      <dsp:txXfrm>
        <a:off x="0" y="643703"/>
        <a:ext cx="3860002" cy="525145"/>
      </dsp:txXfrm>
    </dsp:sp>
    <dsp:sp modelId="{4196FE9A-FF98-4E77-827F-71A4BB176F5C}">
      <dsp:nvSpPr>
        <dsp:cNvPr id="5" name="Rounded Rectangle 4"/>
        <dsp:cNvSpPr/>
      </dsp:nvSpPr>
      <dsp:spPr bwMode="white">
        <a:xfrm>
          <a:off x="0" y="1226448"/>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Problem</a:t>
          </a:r>
        </a:p>
      </dsp:txBody>
      <dsp:txXfrm>
        <a:off x="0" y="1226448"/>
        <a:ext cx="3860002" cy="525145"/>
      </dsp:txXfrm>
    </dsp:sp>
    <dsp:sp modelId="{A969555F-E082-4E99-9E66-E62964993C21}">
      <dsp:nvSpPr>
        <dsp:cNvPr id="6" name="Rounded Rectangle 5"/>
        <dsp:cNvSpPr/>
      </dsp:nvSpPr>
      <dsp:spPr bwMode="white">
        <a:xfrm>
          <a:off x="0" y="1809193"/>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Objectives</a:t>
          </a:r>
        </a:p>
      </dsp:txBody>
      <dsp:txXfrm>
        <a:off x="0" y="1809193"/>
        <a:ext cx="3860002" cy="525145"/>
      </dsp:txXfrm>
    </dsp:sp>
    <dsp:sp modelId="{3AF51867-524D-4E72-9319-8B7C8DA9E40B}">
      <dsp:nvSpPr>
        <dsp:cNvPr id="7" name="Rounded Rectangle 6"/>
        <dsp:cNvSpPr/>
      </dsp:nvSpPr>
      <dsp:spPr bwMode="white">
        <a:xfrm>
          <a:off x="0" y="2391938"/>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Existing Model vs Our Model</a:t>
          </a:r>
        </a:p>
      </dsp:txBody>
      <dsp:txXfrm>
        <a:off x="0" y="2391938"/>
        <a:ext cx="3860002" cy="525145"/>
      </dsp:txXfrm>
    </dsp:sp>
    <dsp:sp modelId="{4973251E-87F4-401B-A835-C183E9264215}">
      <dsp:nvSpPr>
        <dsp:cNvPr id="8" name="Rounded Rectangle 7"/>
        <dsp:cNvSpPr/>
      </dsp:nvSpPr>
      <dsp:spPr bwMode="white">
        <a:xfrm>
          <a:off x="0" y="2974683"/>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Tools &amp; Technologies</a:t>
          </a:r>
        </a:p>
      </dsp:txBody>
      <dsp:txXfrm>
        <a:off x="0" y="2974683"/>
        <a:ext cx="3860002" cy="525145"/>
      </dsp:txXfrm>
    </dsp:sp>
    <dsp:sp modelId="{1CB111BC-3E88-4011-8FF5-A7C48A618862}">
      <dsp:nvSpPr>
        <dsp:cNvPr id="9" name="Rounded Rectangle 8"/>
        <dsp:cNvSpPr/>
      </dsp:nvSpPr>
      <dsp:spPr bwMode="white">
        <a:xfrm>
          <a:off x="0" y="3557428"/>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Result &amp; Real-Time Applications</a:t>
          </a:r>
        </a:p>
      </dsp:txBody>
      <dsp:txXfrm>
        <a:off x="0" y="3557428"/>
        <a:ext cx="3860002" cy="525145"/>
      </dsp:txXfrm>
    </dsp:sp>
    <dsp:sp modelId="{C1133091-E0C7-474D-9B57-570DC1FAB007}">
      <dsp:nvSpPr>
        <dsp:cNvPr id="10" name="Rounded Rectangle 9"/>
        <dsp:cNvSpPr/>
      </dsp:nvSpPr>
      <dsp:spPr bwMode="white">
        <a:xfrm>
          <a:off x="0" y="4140173"/>
          <a:ext cx="3860002" cy="525145"/>
        </a:xfrm>
        <a:prstGeom prst="roundRect">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en-US" dirty="0"/>
            <a:t>Conclusion</a:t>
          </a:r>
        </a:p>
      </dsp:txBody>
      <dsp:txXfrm>
        <a:off x="0" y="4140173"/>
        <a:ext cx="3860002" cy="52514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860002" cy="4726276"/>
        <a:chOff x="0" y="0"/>
        <a:chExt cx="3860002" cy="4726276"/>
      </a:xfrm>
    </dsp:grpSpPr>
    <dsp:sp modelId="{0767726F-5378-4A47-AC7D-DF2A3A7855E1}">
      <dsp:nvSpPr>
        <dsp:cNvPr id="3" name="Rectangles 2"/>
        <dsp:cNvSpPr/>
      </dsp:nvSpPr>
      <dsp:spPr bwMode="white">
        <a:xfrm>
          <a:off x="1390416" y="-400256"/>
          <a:ext cx="1080113" cy="1080113"/>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sp:spPr>
      <dsp:style>
        <a:lnRef idx="2">
          <a:schemeClr val="lt1">
            <a:alpha val="0"/>
          </a:schemeClr>
        </a:lnRef>
        <a:fillRef idx="1">
          <a:schemeClr val="accent6"/>
        </a:fillRef>
        <a:effectRef idx="0">
          <a:scrgbClr r="0" g="0" b="0"/>
        </a:effectRef>
        <a:fontRef idx="minor">
          <a:schemeClr val="lt1"/>
        </a:fontRef>
      </dsp:style>
      <dsp:txXfrm>
        <a:off x="1390416" y="-400256"/>
        <a:ext cx="1080113" cy="1080113"/>
      </dsp:txXfrm>
    </dsp:sp>
    <dsp:sp modelId="{1A1FD4D3-C651-42A0-AFC1-9D5EA638AD48}">
      <dsp:nvSpPr>
        <dsp:cNvPr id="4" name="Rectangles 3"/>
        <dsp:cNvSpPr/>
      </dsp:nvSpPr>
      <dsp:spPr bwMode="white">
        <a:xfrm>
          <a:off x="730347" y="856192"/>
          <a:ext cx="2400250" cy="72000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0" tIns="0" rIns="0" bIns="0" anchor="t"/>
        <a:lstStyle>
          <a:lvl1pPr algn="ctr">
            <a:defRPr sz="10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b="1">
              <a:solidFill>
                <a:schemeClr val="tx1"/>
              </a:solidFill>
            </a:rPr>
            <a:t>Automate genre classification: </a:t>
          </a:r>
          <a:r>
            <a:rPr lang="en-US">
              <a:solidFill>
                <a:schemeClr val="tx1"/>
              </a:solidFill>
            </a:rPr>
            <a:t>Replace manual tagging of songs with scalable machine learning methods for accuracy and efficiency.</a:t>
          </a:r>
          <a:endParaRPr>
            <a:solidFill>
              <a:schemeClr val="tx1"/>
            </a:solidFill>
          </a:endParaRPr>
        </a:p>
      </dsp:txBody>
      <dsp:txXfrm>
        <a:off x="730347" y="856192"/>
        <a:ext cx="2400250" cy="720000"/>
      </dsp:txXfrm>
    </dsp:sp>
    <dsp:sp modelId="{6B753002-A398-49B2-8A31-4838D1EEFFA1}">
      <dsp:nvSpPr>
        <dsp:cNvPr id="5" name="Rectangles 4"/>
        <dsp:cNvSpPr/>
      </dsp:nvSpPr>
      <dsp:spPr bwMode="white">
        <a:xfrm>
          <a:off x="1390416" y="1374914"/>
          <a:ext cx="1080113" cy="1080113"/>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sp:spPr>
      <dsp:style>
        <a:lnRef idx="2">
          <a:schemeClr val="lt1">
            <a:alpha val="0"/>
          </a:schemeClr>
        </a:lnRef>
        <a:fillRef idx="1">
          <a:schemeClr val="accent6"/>
        </a:fillRef>
        <a:effectRef idx="0">
          <a:scrgbClr r="0" g="0" b="0"/>
        </a:effectRef>
        <a:fontRef idx="minor">
          <a:schemeClr val="lt1"/>
        </a:fontRef>
      </dsp:style>
      <dsp:txXfrm>
        <a:off x="1390416" y="1374914"/>
        <a:ext cx="1080113" cy="1080113"/>
      </dsp:txXfrm>
    </dsp:sp>
    <dsp:sp modelId="{24B6BCC2-339E-4277-93A3-503290C2E54F}">
      <dsp:nvSpPr>
        <dsp:cNvPr id="6" name="Rectangles 5"/>
        <dsp:cNvSpPr/>
      </dsp:nvSpPr>
      <dsp:spPr bwMode="white">
        <a:xfrm>
          <a:off x="730347" y="2631362"/>
          <a:ext cx="2400250" cy="72000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0" tIns="0" rIns="0" bIns="0" anchor="t"/>
        <a:lstStyle>
          <a:lvl1pPr algn="ctr">
            <a:defRPr sz="10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b="1">
              <a:solidFill>
                <a:schemeClr val="tx1"/>
              </a:solidFill>
            </a:rPr>
            <a:t>Enhance music recommendations: </a:t>
          </a:r>
          <a:r>
            <a:rPr lang="en-US">
              <a:solidFill>
                <a:schemeClr val="tx1"/>
              </a:solidFill>
            </a:rPr>
            <a:t>Use genre predictions to personalize user listening experiences and discover new music trends.</a:t>
          </a:r>
          <a:endParaRPr>
            <a:solidFill>
              <a:schemeClr val="tx1"/>
            </a:solidFill>
          </a:endParaRPr>
        </a:p>
      </dsp:txBody>
      <dsp:txXfrm>
        <a:off x="730347" y="2631362"/>
        <a:ext cx="2400250" cy="720000"/>
      </dsp:txXfrm>
    </dsp:sp>
    <dsp:sp modelId="{80005E2F-0ADD-47E2-8276-EA1227C7146A}">
      <dsp:nvSpPr>
        <dsp:cNvPr id="7" name="Rectangles 6"/>
        <dsp:cNvSpPr/>
      </dsp:nvSpPr>
      <dsp:spPr bwMode="white">
        <a:xfrm>
          <a:off x="1390416" y="3150084"/>
          <a:ext cx="1080113" cy="1080113"/>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sp:spPr>
      <dsp:style>
        <a:lnRef idx="2">
          <a:schemeClr val="lt1">
            <a:alpha val="0"/>
          </a:schemeClr>
        </a:lnRef>
        <a:fillRef idx="1">
          <a:schemeClr val="accent6"/>
        </a:fillRef>
        <a:effectRef idx="0">
          <a:scrgbClr r="0" g="0" b="0"/>
        </a:effectRef>
        <a:fontRef idx="minor">
          <a:schemeClr val="lt1"/>
        </a:fontRef>
      </dsp:style>
      <dsp:txXfrm>
        <a:off x="1390416" y="3150084"/>
        <a:ext cx="1080113" cy="1080113"/>
      </dsp:txXfrm>
    </dsp:sp>
    <dsp:sp modelId="{2735BED5-D3DC-4AA4-8445-0A65846E238E}">
      <dsp:nvSpPr>
        <dsp:cNvPr id="8" name="Rectangles 7"/>
        <dsp:cNvSpPr/>
      </dsp:nvSpPr>
      <dsp:spPr bwMode="white">
        <a:xfrm>
          <a:off x="730347" y="4406532"/>
          <a:ext cx="2400250" cy="72000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0" tIns="0" rIns="0" bIns="0" anchor="t"/>
        <a:lstStyle>
          <a:lvl1pPr algn="ctr">
            <a:defRPr sz="10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b="1">
              <a:solidFill>
                <a:schemeClr val="tx1"/>
              </a:solidFill>
            </a:rPr>
            <a:t>Analyze music trends: </a:t>
          </a:r>
          <a:r>
            <a:rPr lang="en-US">
              <a:solidFill>
                <a:schemeClr val="tx1"/>
              </a:solidFill>
            </a:rPr>
            <a:t>Identify patterns and relationships across different genres for deeper insights in musicology.</a:t>
          </a:r>
          <a:endParaRPr>
            <a:solidFill>
              <a:schemeClr val="tx1"/>
            </a:solidFill>
          </a:endParaRPr>
        </a:p>
      </dsp:txBody>
      <dsp:txXfrm>
        <a:off x="730347" y="4406532"/>
        <a:ext cx="2400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4056647" cy="5402243"/>
        <a:chOff x="0" y="0"/>
        <a:chExt cx="4056647" cy="5402243"/>
      </a:xfrm>
    </dsp:grpSpPr>
    <dsp:sp modelId="{2C339DA5-EA1A-474D-8401-2D96AD0A8744}">
      <dsp:nvSpPr>
        <dsp:cNvPr id="3" name="Rectangles 2"/>
        <dsp:cNvSpPr/>
      </dsp:nvSpPr>
      <dsp:spPr bwMode="white">
        <a:xfrm>
          <a:off x="2575" y="95696"/>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a:t>Python</a:t>
          </a:r>
          <a:r>
            <a:rPr lang="en-US" dirty="0"/>
            <a:t> – Core programming </a:t>
          </a:r>
        </a:p>
      </dsp:txBody>
      <dsp:txXfrm>
        <a:off x="2575" y="95696"/>
        <a:ext cx="1931265" cy="1158759"/>
      </dsp:txXfrm>
    </dsp:sp>
    <dsp:sp modelId="{4EA1C8B4-625C-45F8-8776-3C2731B71291}">
      <dsp:nvSpPr>
        <dsp:cNvPr id="4" name="Rectangles 3"/>
        <dsp:cNvSpPr/>
      </dsp:nvSpPr>
      <dsp:spPr bwMode="white">
        <a:xfrm>
          <a:off x="2126967" y="95696"/>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a:t>TensorFlow</a:t>
          </a:r>
          <a:r>
            <a:rPr lang="en-US" b="0" dirty="0">
              <a:latin typeface="Aptos Display" panose="020F0302020204030204"/>
            </a:rPr>
            <a:t>–</a:t>
          </a:r>
          <a:r>
            <a:rPr lang="en-US" dirty="0"/>
            <a:t> Used to build and train the deep learning model.</a:t>
          </a:r>
        </a:p>
      </dsp:txBody>
      <dsp:txXfrm>
        <a:off x="2126967" y="95696"/>
        <a:ext cx="1931265" cy="1158759"/>
      </dsp:txXfrm>
    </dsp:sp>
    <dsp:sp modelId="{92A1D9D7-0805-4066-A4E0-B30160FEE8D8}">
      <dsp:nvSpPr>
        <dsp:cNvPr id="5" name="Rectangles 4"/>
        <dsp:cNvSpPr/>
      </dsp:nvSpPr>
      <dsp:spPr bwMode="white">
        <a:xfrm>
          <a:off x="2575" y="1446393"/>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err="1"/>
            <a:t>Librosa</a:t>
          </a:r>
          <a:r>
            <a:rPr lang="en-US" dirty="0"/>
            <a:t> – For audio analysis and MFCC feature extraction.</a:t>
          </a:r>
        </a:p>
      </dsp:txBody>
      <dsp:txXfrm>
        <a:off x="2575" y="1446393"/>
        <a:ext cx="1931265" cy="1158759"/>
      </dsp:txXfrm>
    </dsp:sp>
    <dsp:sp modelId="{043CF2BE-4FC7-4F79-9831-F690197F164E}">
      <dsp:nvSpPr>
        <dsp:cNvPr id="6" name="Rectangles 5"/>
        <dsp:cNvSpPr/>
      </dsp:nvSpPr>
      <dsp:spPr bwMode="white">
        <a:xfrm>
          <a:off x="2126967" y="1446393"/>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a:t>Pandas</a:t>
          </a:r>
          <a:r>
            <a:rPr lang="en-US" dirty="0"/>
            <a:t> – To handle and manage structured data.</a:t>
          </a:r>
        </a:p>
      </dsp:txBody>
      <dsp:txXfrm>
        <a:off x="2126967" y="1446393"/>
        <a:ext cx="1931265" cy="1158759"/>
      </dsp:txXfrm>
    </dsp:sp>
    <dsp:sp modelId="{979ACA12-1060-43C1-93FC-C5CCE6762E21}">
      <dsp:nvSpPr>
        <dsp:cNvPr id="7" name="Rectangles 6"/>
        <dsp:cNvSpPr/>
      </dsp:nvSpPr>
      <dsp:spPr bwMode="white">
        <a:xfrm>
          <a:off x="2575" y="2797091"/>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a:t>Matplotlib &amp; Seaborn</a:t>
          </a:r>
          <a:r>
            <a:rPr lang="en-US" dirty="0"/>
            <a:t> – For visualizing model performance and audio features.</a:t>
          </a:r>
        </a:p>
      </dsp:txBody>
      <dsp:txXfrm>
        <a:off x="2575" y="2797091"/>
        <a:ext cx="1931265" cy="1158759"/>
      </dsp:txXfrm>
    </dsp:sp>
    <dsp:sp modelId="{9C6E3356-DFEA-4ED9-8AEA-6F7E1DAA4800}">
      <dsp:nvSpPr>
        <dsp:cNvPr id="8" name="Rectangles 7"/>
        <dsp:cNvSpPr/>
      </dsp:nvSpPr>
      <dsp:spPr bwMode="white">
        <a:xfrm>
          <a:off x="2126967" y="2797091"/>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a:t>Scikit-learn</a:t>
          </a:r>
          <a:r>
            <a:rPr lang="en-US" dirty="0"/>
            <a:t> – Used for preprocessing, splitting data, and evaluation metrics.</a:t>
          </a:r>
        </a:p>
      </dsp:txBody>
      <dsp:txXfrm>
        <a:off x="2126967" y="2797091"/>
        <a:ext cx="1931265" cy="1158759"/>
      </dsp:txXfrm>
    </dsp:sp>
    <dsp:sp modelId="{A491A444-D5B6-409A-B9A7-3E1FB86F87FF}">
      <dsp:nvSpPr>
        <dsp:cNvPr id="9" name="Rectangles 8"/>
        <dsp:cNvSpPr/>
      </dsp:nvSpPr>
      <dsp:spPr bwMode="white">
        <a:xfrm>
          <a:off x="1063681" y="4147788"/>
          <a:ext cx="1931265" cy="1158759"/>
        </a:xfrm>
        <a:prstGeom prst="rect">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b="1" dirty="0" err="1">
              <a:latin typeface="Aptos Display" panose="020F0302020204030204"/>
            </a:rPr>
            <a:t>yt-dlp</a:t>
          </a:r>
          <a:r>
            <a:rPr lang="en-US" b="0" dirty="0">
              <a:latin typeface="Aptos Display" panose="020F0302020204030204"/>
            </a:rPr>
            <a:t> – Tool used to download songs from YouTube for dataset creation</a:t>
          </a:r>
          <a:r>
            <a:rPr lang="en-US" dirty="0"/>
            <a:t>.</a:t>
          </a:r>
        </a:p>
      </dsp:txBody>
      <dsp:txXfrm>
        <a:off x="1063681" y="4147788"/>
        <a:ext cx="1931265" cy="115875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off" val="ctr"/>
          <dgm:param type="contDir" val="sameDir"/>
          <dgm:param type="grDir" val="tL"/>
          <dgm:param type="flowDir" val="row"/>
          <dgm:param type="horzAlign" val="ctr"/>
          <dgm:param type="vertAlign" val="mid"/>
        </dgm:alg>
      </dgm:if>
      <dgm:else name="Name2">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846CE7D5-CF57-46EF-B807-FDD0502418D4}"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846CE7D5-CF57-46EF-B807-FDD0502418D4}"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usical notes on a black surface&#10;&#10;AI-generated content may be incorrect."/>
          <p:cNvPicPr>
            <a:picLocks noChangeAspect="1"/>
          </p:cNvPicPr>
          <p:nvPr/>
        </p:nvPicPr>
        <p:blipFill>
          <a:blip r:embed="rId1">
            <a:alphaModFix amt="50000"/>
          </a:blip>
          <a:srcRect l="445"/>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GB" dirty="0">
                <a:solidFill>
                  <a:srgbClr val="FFFFFF"/>
                </a:solidFill>
              </a:rPr>
              <a:t>TUNE TAGGER- Music Genre Classification Using Deep Learning</a:t>
            </a:r>
            <a:endParaRPr lang="en-GB" dirty="0">
              <a:solidFill>
                <a:srgbClr val="FFFFFF"/>
              </a:solidFill>
            </a:endParaRPr>
          </a:p>
        </p:txBody>
      </p:sp>
      <p:sp>
        <p:nvSpPr>
          <p:cNvPr id="3" name="Subtitle 2"/>
          <p:cNvSpPr>
            <a:spLocks noGrp="1"/>
          </p:cNvSpPr>
          <p:nvPr>
            <p:ph type="subTitle" idx="1"/>
          </p:nvPr>
        </p:nvSpPr>
        <p:spPr>
          <a:xfrm>
            <a:off x="713362" y="4159404"/>
            <a:ext cx="11285815" cy="2341373"/>
          </a:xfrm>
        </p:spPr>
        <p:txBody>
          <a:bodyPr vert="horz" lIns="91440" tIns="45720" rIns="91440" bIns="45720" rtlCol="0" anchor="t">
            <a:normAutofit fontScale="75000" lnSpcReduction="10000"/>
          </a:bodyPr>
          <a:lstStyle/>
          <a:p>
            <a:r>
              <a:rPr lang="en-GB" b="1" dirty="0">
                <a:solidFill>
                  <a:srgbClr val="FFFFFF"/>
                </a:solidFill>
              </a:rPr>
              <a:t>PRESENTED BY:</a:t>
            </a:r>
            <a:endParaRPr lang="en-GB" b="1" dirty="0">
              <a:solidFill>
                <a:srgbClr val="FFFFFF"/>
              </a:solidFill>
            </a:endParaRPr>
          </a:p>
          <a:p>
            <a:r>
              <a:rPr lang="en-GB" b="1" dirty="0">
                <a:solidFill>
                  <a:srgbClr val="FFFFFF"/>
                </a:solidFill>
              </a:rPr>
              <a:t>S.TANUJA-227Y1A66I2</a:t>
            </a:r>
            <a:endParaRPr lang="en-GB" b="1" dirty="0">
              <a:solidFill>
                <a:srgbClr val="FFFFFF"/>
              </a:solidFill>
            </a:endParaRPr>
          </a:p>
          <a:p>
            <a:r>
              <a:rPr lang="en-GB" b="1" dirty="0">
                <a:solidFill>
                  <a:srgbClr val="FFFFFF"/>
                </a:solidFill>
              </a:rPr>
              <a:t>T.VARSHINI-227Y1A66I7</a:t>
            </a:r>
            <a:endParaRPr lang="en-GB" b="1" dirty="0">
              <a:solidFill>
                <a:srgbClr val="FFFFFF"/>
              </a:solidFill>
            </a:endParaRPr>
          </a:p>
          <a:p>
            <a:pPr algn="l"/>
            <a:r>
              <a:rPr lang="en-GB" b="1" dirty="0">
                <a:solidFill>
                  <a:srgbClr val="FFFFFF"/>
                </a:solidFill>
              </a:rPr>
              <a:t>                                                                   </a:t>
            </a:r>
            <a:r>
              <a:rPr lang="en-US" altLang="en-GB" b="1" dirty="0">
                <a:solidFill>
                  <a:srgbClr val="FFFFFF"/>
                </a:solidFill>
              </a:rPr>
              <a:t>          </a:t>
            </a:r>
            <a:r>
              <a:rPr lang="en-GB" b="1" dirty="0">
                <a:solidFill>
                  <a:srgbClr val="FFFFFF"/>
                </a:solidFill>
              </a:rPr>
              <a:t>CSE(AI&amp;ML)</a:t>
            </a:r>
            <a:endParaRPr lang="en-GB" b="1" dirty="0">
              <a:solidFill>
                <a:srgbClr val="FFFFFF"/>
              </a:solidFill>
            </a:endParaRPr>
          </a:p>
          <a:p>
            <a:pPr algn="l"/>
            <a:r>
              <a:rPr lang="en-GB" dirty="0"/>
              <a:t>PROJECT GUIDE:                                                                                                 </a:t>
            </a:r>
            <a:r>
              <a:rPr lang="en-US" altLang="en-GB" dirty="0"/>
              <a:t>HEAD OF THE DEPARTMENT:</a:t>
            </a:r>
            <a:r>
              <a:rPr lang="en-GB" dirty="0"/>
              <a:t>     </a:t>
            </a:r>
            <a:endParaRPr lang="en-GB" dirty="0"/>
          </a:p>
          <a:p>
            <a:pPr algn="l"/>
            <a:r>
              <a:rPr lang="en-GB" dirty="0" err="1"/>
              <a:t>Mr.R.Mallikarju</a:t>
            </a:r>
            <a:r>
              <a:rPr lang="en-US" altLang="en-GB" dirty="0" err="1"/>
              <a:t>na                                                                                                       Mr.Dr.B.Ravi Prasad</a:t>
            </a:r>
            <a:endParaRPr lang="en-US" altLang="en-GB" dirty="0" err="1"/>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838199" y="1065862"/>
            <a:ext cx="6052955" cy="4726276"/>
          </a:xfrm>
        </p:spPr>
        <p:txBody>
          <a:bodyPr>
            <a:normAutofit/>
          </a:bodyPr>
          <a:lstStyle/>
          <a:p>
            <a:pPr algn="r"/>
            <a:r>
              <a:rPr lang="en-GB" sz="8000" dirty="0">
                <a:ln w="22225">
                  <a:solidFill>
                    <a:srgbClr val="FFFFFF"/>
                  </a:solidFill>
                </a:ln>
                <a:noFill/>
              </a:rPr>
              <a:t>OVERVIEW</a:t>
            </a:r>
            <a:endParaRPr lang="en-GB" sz="8000" dirty="0">
              <a:ln w="22225">
                <a:solidFill>
                  <a:srgbClr val="FFFFFF"/>
                </a:solidFill>
              </a:ln>
              <a:noFill/>
            </a:endParaRPr>
          </a:p>
        </p:txBody>
      </p:sp>
      <p:cxnSp>
        <p:nvCxnSpPr>
          <p:cNvPr id="53" name="Straight Connector 52"/>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54" name="Content Placeholder 7"/>
          <p:cNvGraphicFramePr>
            <a:graphicFrameLocks noGrp="1"/>
          </p:cNvGraphicFramePr>
          <p:nvPr>
            <p:ph idx="1"/>
          </p:nvPr>
        </p:nvGraphicFramePr>
        <p:xfrm>
          <a:off x="7534641" y="1065862"/>
          <a:ext cx="3860002" cy="4726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838199" y="1065862"/>
            <a:ext cx="6052955" cy="4726276"/>
          </a:xfrm>
        </p:spPr>
        <p:txBody>
          <a:bodyPr>
            <a:normAutofit/>
          </a:bodyPr>
          <a:lstStyle/>
          <a:p>
            <a:pPr algn="r"/>
            <a:r>
              <a:rPr lang="en-GB" sz="8000">
                <a:ln w="22225">
                  <a:solidFill>
                    <a:srgbClr val="FFFFFF"/>
                  </a:solidFill>
                </a:ln>
                <a:noFill/>
              </a:rPr>
              <a:t>ABSTRACT</a:t>
            </a:r>
            <a:endParaRPr lang="en-GB" sz="8000">
              <a:ln w="22225">
                <a:solidFill>
                  <a:srgbClr val="FFFFFF"/>
                </a:solidFill>
              </a:ln>
              <a:noFill/>
            </a:endParaRPr>
          </a:p>
        </p:txBody>
      </p:sp>
      <p:cxnSp>
        <p:nvCxnSpPr>
          <p:cNvPr id="21" name="Straight Connector 20"/>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idx="1"/>
          </p:nvPr>
        </p:nvSpPr>
        <p:spPr>
          <a:xfrm>
            <a:off x="7534641" y="1065862"/>
            <a:ext cx="3860002" cy="4726276"/>
          </a:xfrm>
        </p:spPr>
        <p:txBody>
          <a:bodyPr anchor="ctr">
            <a:normAutofit/>
          </a:bodyPr>
          <a:lstStyle/>
          <a:p>
            <a:pPr marL="0" indent="0">
              <a:buNone/>
            </a:pPr>
            <a:r>
              <a:rPr lang="en-US" sz="1900">
                <a:solidFill>
                  <a:srgbClr val="FFFFFF"/>
                </a:solidFill>
                <a:ea typeface="+mn-lt"/>
                <a:cs typeface="+mn-lt"/>
              </a:rPr>
              <a:t>TuneTagger is an innovative mini project that focuses on automatic music genre classification using deep learning. It is designed to accurately categorize Indian music by analyzing audio patterns and features. The project demonstrates a robust approach to processing and classifying music genres through a custom-built dataset. This presentation highlights the development process, key challenges encountered, and the successful outcomes achieved in building an intelligent and efficient genre classification system.</a:t>
            </a:r>
            <a:endParaRPr lang="en-US" sz="190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489585" y="1066165"/>
            <a:ext cx="6401435" cy="4726305"/>
          </a:xfrm>
        </p:spPr>
        <p:txBody>
          <a:bodyPr>
            <a:normAutofit/>
          </a:bodyPr>
          <a:lstStyle/>
          <a:p>
            <a:pPr algn="r"/>
            <a:r>
              <a:rPr lang="en-GB" sz="6800">
                <a:ln w="22225">
                  <a:solidFill>
                    <a:srgbClr val="FFFFFF"/>
                  </a:solidFill>
                </a:ln>
                <a:noFill/>
              </a:rPr>
              <a:t>INTRODUCTION</a:t>
            </a:r>
            <a:endParaRPr lang="en-GB" sz="6800">
              <a:ln w="22225">
                <a:solidFill>
                  <a:srgbClr val="FFFFFF"/>
                </a:solidFill>
              </a:ln>
              <a:noFill/>
            </a:endParaRPr>
          </a:p>
        </p:txBody>
      </p:sp>
      <p:cxnSp>
        <p:nvCxnSpPr>
          <p:cNvPr id="20" name="Straight Connector 19"/>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p:cNvSpPr>
            <a:spLocks noGrp="1"/>
          </p:cNvSpPr>
          <p:nvPr>
            <p:ph idx="1"/>
          </p:nvPr>
        </p:nvSpPr>
        <p:spPr>
          <a:xfrm>
            <a:off x="7549437" y="2308736"/>
            <a:ext cx="3845206" cy="3483402"/>
          </a:xfrm>
        </p:spPr>
        <p:txBody>
          <a:bodyPr anchor="ctr">
            <a:normAutofit fontScale="92500" lnSpcReduction="10000"/>
          </a:bodyPr>
          <a:lstStyle/>
          <a:p>
            <a:r>
              <a:rPr lang="en-US" sz="1600" dirty="0">
                <a:solidFill>
                  <a:srgbClr val="FFFFFF"/>
                </a:solidFill>
                <a:ea typeface="+mn-lt"/>
                <a:cs typeface="+mn-lt"/>
              </a:rPr>
              <a:t>Music genre classification is essential for organizing audio libraries, improving recommendation systems, and supporting music research. It enhances user experience across music streaming platforms.</a:t>
            </a:r>
            <a:endParaRPr lang="en-US" sz="1600" dirty="0">
              <a:solidFill>
                <a:srgbClr val="FFFFFF"/>
              </a:solidFill>
            </a:endParaRPr>
          </a:p>
          <a:p>
            <a:r>
              <a:rPr lang="en-US" sz="1600" dirty="0">
                <a:solidFill>
                  <a:srgbClr val="FFFFFF"/>
                </a:solidFill>
                <a:ea typeface="+mn-lt"/>
                <a:cs typeface="+mn-lt"/>
              </a:rPr>
              <a:t>Traditional methods struggle with Indian music due to its complexity, multilingual nature, and rich instrumentation, making manual feature engineering less effective.</a:t>
            </a:r>
            <a:endParaRPr lang="en-US" sz="1600" dirty="0">
              <a:solidFill>
                <a:srgbClr val="FFFFFF"/>
              </a:solidFill>
            </a:endParaRPr>
          </a:p>
          <a:p>
            <a:r>
              <a:rPr lang="en-US" sz="1600" dirty="0">
                <a:solidFill>
                  <a:srgbClr val="FFFFFF"/>
                </a:solidFill>
                <a:ea typeface="+mn-lt"/>
                <a:cs typeface="+mn-lt"/>
              </a:rPr>
              <a:t>Deep learning enables automatic feature extraction and captures intricate audio patterns. </a:t>
            </a:r>
            <a:r>
              <a:rPr lang="en-US" sz="1600" b="1" dirty="0" err="1">
                <a:solidFill>
                  <a:srgbClr val="FFFFFF"/>
                </a:solidFill>
                <a:ea typeface="+mn-lt"/>
                <a:cs typeface="+mn-lt"/>
              </a:rPr>
              <a:t>TuneTagger</a:t>
            </a:r>
            <a:r>
              <a:rPr lang="en-US" sz="1600" dirty="0">
                <a:solidFill>
                  <a:srgbClr val="FFFFFF"/>
                </a:solidFill>
                <a:ea typeface="+mn-lt"/>
                <a:cs typeface="+mn-lt"/>
              </a:rPr>
              <a:t> applies this approach to effectively classify Indian music genres, overcoming limitations of traditional techniques.</a:t>
            </a:r>
            <a:endParaRPr lang="en-US" sz="1600" dirty="0">
              <a:solidFill>
                <a:srgbClr val="FFFFFF"/>
              </a:solidFill>
            </a:endParaRPr>
          </a:p>
          <a:p>
            <a:endParaRPr lang="en-US" sz="1600">
              <a:solidFill>
                <a:srgbClr val="FFFFFF"/>
              </a:solidFill>
            </a:endParaRPr>
          </a:p>
          <a:p>
            <a:endParaRPr lang="en-US" sz="1600">
              <a:solidFill>
                <a:srgbClr val="FFFFFF"/>
              </a:solidFill>
            </a:endParaRPr>
          </a:p>
          <a:p>
            <a:endParaRPr lang="en-US" sz="160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6" name="Title 5"/>
          <p:cNvSpPr>
            <a:spLocks noGrp="1"/>
          </p:cNvSpPr>
          <p:nvPr>
            <p:ph type="title"/>
          </p:nvPr>
        </p:nvSpPr>
        <p:spPr>
          <a:xfrm>
            <a:off x="838199" y="1065862"/>
            <a:ext cx="6052955" cy="4726276"/>
          </a:xfrm>
        </p:spPr>
        <p:txBody>
          <a:bodyPr>
            <a:normAutofit/>
          </a:bodyPr>
          <a:lstStyle/>
          <a:p>
            <a:pPr algn="r"/>
            <a:br>
              <a:rPr lang="en-GB" sz="8000">
                <a:ln w="22225">
                  <a:solidFill>
                    <a:srgbClr val="FFFFFF"/>
                  </a:solidFill>
                </a:ln>
                <a:noFill/>
              </a:rPr>
            </a:br>
            <a:r>
              <a:rPr lang="en-GB" sz="8000">
                <a:ln w="22225">
                  <a:solidFill>
                    <a:srgbClr val="FFFFFF"/>
                  </a:solidFill>
                </a:ln>
                <a:noFill/>
              </a:rPr>
              <a:t>PROBLEM</a:t>
            </a:r>
            <a:endParaRPr lang="en-GB" sz="8000">
              <a:ln w="22225">
                <a:solidFill>
                  <a:srgbClr val="FFFFFF"/>
                </a:solidFill>
              </a:ln>
              <a:noFill/>
            </a:endParaRPr>
          </a:p>
          <a:p>
            <a:pPr algn="r"/>
            <a:endParaRPr lang="en-GB" sz="8000">
              <a:ln w="22225">
                <a:solidFill>
                  <a:srgbClr val="FFFFFF"/>
                </a:solidFill>
              </a:ln>
              <a:noFill/>
            </a:endParaRPr>
          </a:p>
        </p:txBody>
      </p:sp>
      <p:cxnSp>
        <p:nvCxnSpPr>
          <p:cNvPr id="30" name="Straight Connector 29"/>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Content Placeholder 22"/>
          <p:cNvSpPr>
            <a:spLocks noGrp="1"/>
          </p:cNvSpPr>
          <p:nvPr>
            <p:ph idx="1"/>
          </p:nvPr>
        </p:nvSpPr>
        <p:spPr>
          <a:xfrm>
            <a:off x="7534641" y="1065862"/>
            <a:ext cx="3860002" cy="4726276"/>
          </a:xfrm>
        </p:spPr>
        <p:txBody>
          <a:bodyPr anchor="ctr">
            <a:normAutofit/>
          </a:bodyPr>
          <a:lstStyle/>
          <a:p>
            <a:pPr marL="0" indent="0">
              <a:buNone/>
            </a:pPr>
            <a:endParaRPr lang="en-US" sz="2000" dirty="0">
              <a:solidFill>
                <a:srgbClr val="FFFFFF"/>
              </a:solidFill>
              <a:ea typeface="+mn-lt"/>
              <a:cs typeface="+mn-lt"/>
            </a:endParaRPr>
          </a:p>
          <a:p>
            <a:pPr marL="0" indent="0">
              <a:buNone/>
            </a:pPr>
            <a:r>
              <a:rPr lang="en-US" sz="2000" dirty="0">
                <a:solidFill>
                  <a:srgbClr val="FFFFFF"/>
                </a:solidFill>
                <a:ea typeface="+mn-lt"/>
                <a:cs typeface="+mn-lt"/>
              </a:rPr>
              <a:t>Existing</a:t>
            </a:r>
            <a:r>
              <a:rPr lang="en-US" sz="2000">
                <a:solidFill>
                  <a:srgbClr val="FFFFFF"/>
                </a:solidFill>
                <a:ea typeface="+mn-lt"/>
                <a:cs typeface="+mn-lt"/>
              </a:rPr>
              <a:t> genre classifiers poorly perform on Indian music due to its diverse styles, languages, and complex instrumentation.</a:t>
            </a:r>
            <a:endParaRPr lang="en-US" sz="2000">
              <a:solidFill>
                <a:srgbClr val="FFFFFF"/>
              </a:solidFill>
            </a:endParaRPr>
          </a:p>
          <a:p>
            <a:endParaRPr lang="en-US" sz="200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838199" y="1065862"/>
            <a:ext cx="6052955" cy="4726276"/>
          </a:xfrm>
        </p:spPr>
        <p:txBody>
          <a:bodyPr>
            <a:normAutofit/>
          </a:bodyPr>
          <a:lstStyle/>
          <a:p>
            <a:pPr algn="r"/>
            <a:r>
              <a:rPr lang="en-GB" sz="8000">
                <a:ln w="22225">
                  <a:solidFill>
                    <a:srgbClr val="FFFFFF"/>
                  </a:solidFill>
                </a:ln>
                <a:noFill/>
              </a:rPr>
              <a:t>OBJECTIVES</a:t>
            </a:r>
            <a:endParaRPr lang="en-GB" sz="8000">
              <a:ln w="22225">
                <a:solidFill>
                  <a:srgbClr val="FFFFFF"/>
                </a:solidFill>
              </a:ln>
              <a:noFill/>
            </a:endParaRPr>
          </a:p>
        </p:txBody>
      </p:sp>
      <p:cxnSp>
        <p:nvCxnSpPr>
          <p:cNvPr id="25" name="Straight Connector 24"/>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22" name="Content Placeholder 7"/>
          <p:cNvGraphicFramePr>
            <a:graphicFrameLocks noGrp="1"/>
          </p:cNvGraphicFramePr>
          <p:nvPr>
            <p:ph idx="1"/>
          </p:nvPr>
        </p:nvGraphicFramePr>
        <p:xfrm>
          <a:off x="7534641" y="1065862"/>
          <a:ext cx="3860002" cy="4726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795184" y="635701"/>
            <a:ext cx="6102115" cy="4689405"/>
          </a:xfrm>
        </p:spPr>
        <p:txBody>
          <a:bodyPr>
            <a:normAutofit fontScale="90000"/>
          </a:bodyPr>
          <a:lstStyle/>
          <a:p>
            <a:pPr algn="ctr"/>
            <a:br>
              <a:rPr lang="en-GB" sz="6800" dirty="0">
                <a:ln w="22225">
                  <a:solidFill>
                    <a:srgbClr val="FFFFFF"/>
                  </a:solidFill>
                </a:ln>
                <a:noFill/>
              </a:rPr>
            </a:br>
            <a:r>
              <a:rPr lang="en-GB" sz="6800" dirty="0">
                <a:ln w="22225">
                  <a:solidFill>
                    <a:srgbClr val="FFFFFF"/>
                  </a:solidFill>
                </a:ln>
                <a:noFill/>
              </a:rPr>
              <a:t>EXISTING MODEL</a:t>
            </a:r>
            <a:br>
              <a:rPr lang="en-GB" sz="6800" dirty="0">
                <a:ln w="22225">
                  <a:solidFill>
                    <a:srgbClr val="FFFFFF"/>
                  </a:solidFill>
                </a:ln>
              </a:rPr>
            </a:br>
            <a:r>
              <a:rPr lang="en-GB" sz="6800" dirty="0">
                <a:ln w="22225">
                  <a:solidFill>
                    <a:srgbClr val="FFFFFF"/>
                  </a:solidFill>
                </a:ln>
                <a:noFill/>
              </a:rPr>
              <a:t> VS</a:t>
            </a:r>
            <a:br>
              <a:rPr lang="en-GB" sz="6800" dirty="0">
                <a:ln w="22225">
                  <a:solidFill>
                    <a:srgbClr val="FFFFFF"/>
                  </a:solidFill>
                </a:ln>
              </a:rPr>
            </a:br>
            <a:r>
              <a:rPr lang="en-GB" sz="6800" dirty="0">
                <a:ln w="22225">
                  <a:solidFill>
                    <a:srgbClr val="FFFFFF"/>
                  </a:solidFill>
                </a:ln>
                <a:noFill/>
              </a:rPr>
              <a:t> OUR MODEL</a:t>
            </a:r>
            <a:endParaRPr lang="en-US" dirty="0"/>
          </a:p>
        </p:txBody>
      </p:sp>
      <p:cxnSp>
        <p:nvCxnSpPr>
          <p:cNvPr id="20" name="Straight Connector 19"/>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idx="1"/>
          </p:nvPr>
        </p:nvSpPr>
        <p:spPr>
          <a:xfrm>
            <a:off x="7466860" y="1825625"/>
            <a:ext cx="3886940" cy="4351338"/>
          </a:xfrm>
        </p:spPr>
        <p:txBody>
          <a:bodyPr vert="horz" lIns="91440" tIns="45720" rIns="91440" bIns="45720" rtlCol="0" anchor="t">
            <a:normAutofit fontScale="55000" lnSpcReduction="20000"/>
          </a:bodyPr>
          <a:lstStyle/>
          <a:p>
            <a:pPr marL="0" indent="0">
              <a:buNone/>
            </a:pPr>
            <a:r>
              <a:rPr lang="en-GB" b="1" dirty="0"/>
              <a:t>Existing Models</a:t>
            </a:r>
            <a:endParaRPr lang="en-US" b="1" dirty="0"/>
          </a:p>
          <a:p>
            <a:r>
              <a:rPr lang="en-GB" dirty="0">
                <a:ea typeface="+mn-lt"/>
                <a:cs typeface="+mn-lt"/>
              </a:rPr>
              <a:t>Many models lack cultural relevance and struggle with Indian music's unique rhythms and scales. Feature engineering often fails to capture subtle audio nuances.</a:t>
            </a:r>
            <a:endParaRPr lang="en-GB" dirty="0"/>
          </a:p>
          <a:p>
            <a:r>
              <a:rPr lang="en-GB" dirty="0">
                <a:ea typeface="+mn-lt"/>
                <a:cs typeface="+mn-lt"/>
              </a:rPr>
              <a:t>Datasets commonly used do not include sufficient diversity, leading to poor generalization on Indian music.</a:t>
            </a:r>
            <a:endParaRPr lang="en-GB" dirty="0"/>
          </a:p>
          <a:p>
            <a:pPr marL="0" indent="0">
              <a:buNone/>
            </a:pPr>
            <a:r>
              <a:rPr lang="en-GB" b="1" dirty="0" err="1"/>
              <a:t>TuneTagger</a:t>
            </a:r>
            <a:r>
              <a:rPr lang="en-GB" b="1" dirty="0"/>
              <a:t> Model</a:t>
            </a:r>
            <a:endParaRPr lang="en-GB" b="1" dirty="0"/>
          </a:p>
          <a:p>
            <a:r>
              <a:rPr lang="en-GB" dirty="0">
                <a:ea typeface="+mn-lt"/>
                <a:cs typeface="+mn-lt"/>
              </a:rPr>
              <a:t>Employs a tailored CNN architecture to automatically learn features critical to Indian genres. Utilizes a custom dataset addressing language and style diversity.</a:t>
            </a:r>
            <a:endParaRPr lang="en-GB" dirty="0"/>
          </a:p>
          <a:p>
            <a:r>
              <a:rPr lang="en-GB" dirty="0">
                <a:ea typeface="+mn-lt"/>
                <a:cs typeface="+mn-lt"/>
              </a:rPr>
              <a:t>This approach has achieved a marked accuracy improvement over existing models, validating the custom data and deep learning strategy.</a:t>
            </a:r>
            <a:endParaRPr lang="en-GB" dirty="0"/>
          </a:p>
          <a:p>
            <a:endParaRPr lang="en-GB" dirty="0"/>
          </a:p>
          <a:p>
            <a:endParaRPr lang="en-GB" dirty="0"/>
          </a:p>
        </p:txBody>
      </p:sp>
    </p:spTree>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838199" y="1065862"/>
            <a:ext cx="6052955" cy="4726276"/>
          </a:xfrm>
        </p:spPr>
        <p:txBody>
          <a:bodyPr>
            <a:normAutofit/>
          </a:bodyPr>
          <a:lstStyle/>
          <a:p>
            <a:pPr algn="r"/>
            <a:r>
              <a:rPr lang="en-GB" sz="6200" dirty="0">
                <a:ln w="22225">
                  <a:solidFill>
                    <a:srgbClr val="FFFFFF"/>
                  </a:solidFill>
                </a:ln>
                <a:noFill/>
              </a:rPr>
              <a:t>TOOLS &amp; TECHNOLOGIES</a:t>
            </a:r>
            <a:endParaRPr lang="en-GB" sz="6200" dirty="0">
              <a:ln w="22225">
                <a:solidFill>
                  <a:srgbClr val="FFFFFF"/>
                </a:solidFill>
              </a:ln>
              <a:noFill/>
            </a:endParaRPr>
          </a:p>
        </p:txBody>
      </p:sp>
      <p:cxnSp>
        <p:nvCxnSpPr>
          <p:cNvPr id="13" name="Straight Connector 12"/>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7"/>
          <p:cNvGraphicFramePr>
            <a:graphicFrameLocks noGrp="1"/>
          </p:cNvGraphicFramePr>
          <p:nvPr>
            <p:ph idx="1"/>
          </p:nvPr>
        </p:nvGraphicFramePr>
        <p:xfrm>
          <a:off x="7645254" y="727879"/>
          <a:ext cx="4056647" cy="5402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495935" y="1066165"/>
            <a:ext cx="6395085" cy="4726305"/>
          </a:xfrm>
        </p:spPr>
        <p:txBody>
          <a:bodyPr>
            <a:normAutofit/>
          </a:bodyPr>
          <a:lstStyle/>
          <a:p>
            <a:pPr algn="r"/>
            <a:r>
              <a:rPr lang="en-GB" sz="7400" dirty="0">
                <a:ln w="22225">
                  <a:solidFill>
                    <a:srgbClr val="FFFFFF"/>
                  </a:solidFill>
                </a:ln>
                <a:noFill/>
              </a:rPr>
              <a:t>RESULT &amp; REAL-TIME APPLICATIONS</a:t>
            </a:r>
            <a:endParaRPr lang="en-GB" sz="7400" dirty="0">
              <a:ln w="22225">
                <a:solidFill>
                  <a:srgbClr val="FFFFFF"/>
                </a:solidFill>
              </a:ln>
              <a:noFill/>
            </a:endParaRPr>
          </a:p>
        </p:txBody>
      </p:sp>
      <p:cxnSp>
        <p:nvCxnSpPr>
          <p:cNvPr id="21" name="Straight Connector 20"/>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p:cNvSpPr>
            <a:spLocks noGrp="1"/>
          </p:cNvSpPr>
          <p:nvPr>
            <p:ph idx="1"/>
          </p:nvPr>
        </p:nvSpPr>
        <p:spPr>
          <a:xfrm>
            <a:off x="7460661" y="1339590"/>
            <a:ext cx="3933982" cy="4452548"/>
          </a:xfrm>
        </p:spPr>
        <p:txBody>
          <a:bodyPr vert="horz" lIns="91440" tIns="45720" rIns="91440" bIns="45720" rtlCol="0" anchor="ctr">
            <a:normAutofit lnSpcReduction="10000"/>
          </a:bodyPr>
          <a:lstStyle/>
          <a:p>
            <a:r>
              <a:rPr lang="en-US" sz="1700" b="1">
                <a:solidFill>
                  <a:srgbClr val="FFFFFF"/>
                </a:solidFill>
              </a:rPr>
              <a:t>Result:</a:t>
            </a:r>
            <a:endParaRPr lang="en-US" sz="1700">
              <a:solidFill>
                <a:srgbClr val="FFFFFF"/>
              </a:solidFill>
              <a:ea typeface="+mn-lt"/>
              <a:cs typeface="+mn-lt"/>
            </a:endParaRPr>
          </a:p>
          <a:p>
            <a:pPr marL="0" indent="0">
              <a:buNone/>
            </a:pPr>
            <a:r>
              <a:rPr lang="en-US" sz="1700">
                <a:solidFill>
                  <a:srgbClr val="FFFFFF"/>
                </a:solidFill>
                <a:ea typeface="+mn-lt"/>
                <a:cs typeface="+mn-lt"/>
              </a:rPr>
              <a:t>Key performance metrics like precision, recall, and F1-score indicated strong genre prediction capabilities of the model. The confusion matrix provided valuable insights into classification accuracy and highlighted common genre misclassifications, helping refine the model. Overall, the deep learning approach in TuneTagger outperformed traditional manual and rule-based methods, proving its effectiveness in handling complex audio classification tasks.</a:t>
            </a:r>
            <a:endParaRPr lang="en-US" sz="1700">
              <a:solidFill>
                <a:srgbClr val="FFFFFF"/>
              </a:solidFill>
            </a:endParaRPr>
          </a:p>
          <a:p>
            <a:r>
              <a:rPr lang="en-US" sz="1700" b="1">
                <a:solidFill>
                  <a:srgbClr val="FFFFFF"/>
                </a:solidFill>
              </a:rPr>
              <a:t>Applications:</a:t>
            </a:r>
            <a:endParaRPr lang="en-US" sz="1700" b="1">
              <a:solidFill>
                <a:srgbClr val="FFFFFF"/>
              </a:solidFill>
            </a:endParaRPr>
          </a:p>
          <a:p>
            <a:pPr marL="0" indent="0">
              <a:buNone/>
            </a:pPr>
            <a:r>
              <a:rPr lang="en-US" sz="1700">
                <a:solidFill>
                  <a:srgbClr val="FFFFFF"/>
                </a:solidFill>
                <a:ea typeface="+mn-lt"/>
                <a:cs typeface="+mn-lt"/>
              </a:rPr>
              <a:t>Automatic Playlist Generation, Radio Broadcasting, Smart DJ Systems, Music Analytics</a:t>
            </a:r>
            <a:endParaRPr lang="en-US" sz="1700">
              <a:solidFill>
                <a:srgbClr val="FFFFFF"/>
              </a:solidFill>
            </a:endParaRPr>
          </a:p>
          <a:p>
            <a:pPr marL="0" indent="0">
              <a:buNone/>
            </a:pPr>
            <a:endParaRPr lang="en-US" sz="170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ChangeAspect="1"/>
          </p:cNvPicPr>
          <p:nvPr/>
        </p:nvPicPr>
        <p:blipFill>
          <a:blip r:embed="rId1">
            <a:alphaModFix amt="35000"/>
          </a:blip>
          <a:srcRect l="445"/>
          <a:stretch>
            <a:fillRect/>
          </a:stretch>
        </p:blipFill>
        <p:spPr>
          <a:xfrm>
            <a:off x="20" y="1"/>
            <a:ext cx="12191980" cy="6857999"/>
          </a:xfrm>
          <a:prstGeom prst="rect">
            <a:avLst/>
          </a:prstGeom>
        </p:spPr>
      </p:pic>
      <p:sp>
        <p:nvSpPr>
          <p:cNvPr id="2" name="Title 1"/>
          <p:cNvSpPr>
            <a:spLocks noGrp="1"/>
          </p:cNvSpPr>
          <p:nvPr>
            <p:ph type="title"/>
          </p:nvPr>
        </p:nvSpPr>
        <p:spPr>
          <a:xfrm>
            <a:off x="838199" y="1065862"/>
            <a:ext cx="6052955" cy="4726276"/>
          </a:xfrm>
        </p:spPr>
        <p:txBody>
          <a:bodyPr>
            <a:normAutofit/>
          </a:bodyPr>
          <a:lstStyle/>
          <a:p>
            <a:pPr algn="r"/>
            <a:r>
              <a:rPr lang="en-GB" sz="7400">
                <a:ln w="22225">
                  <a:solidFill>
                    <a:srgbClr val="FFFFFF"/>
                  </a:solidFill>
                </a:ln>
                <a:noFill/>
              </a:rPr>
              <a:t>CONCLUSION</a:t>
            </a:r>
            <a:endParaRPr lang="en-GB" sz="7400">
              <a:ln w="22225">
                <a:solidFill>
                  <a:srgbClr val="FFFFFF"/>
                </a:solidFill>
              </a:ln>
              <a:noFill/>
            </a:endParaRPr>
          </a:p>
        </p:txBody>
      </p:sp>
      <p:cxnSp>
        <p:nvCxnSpPr>
          <p:cNvPr id="13" name="Straight Connector 12"/>
          <p:cNvCxnSpPr>
            <a:cxnSpLocks noGrp="1" noRot="1" noChangeAspect="1" noMove="1" noResize="1" noEditPoints="1" noAdjustHandles="1" noChangeArrowheads="1" noChangeShapeType="1"/>
          </p:cNvCxnSpPr>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p:cNvSpPr>
            <a:spLocks noGrp="1"/>
          </p:cNvSpPr>
          <p:nvPr>
            <p:ph idx="1"/>
          </p:nvPr>
        </p:nvSpPr>
        <p:spPr>
          <a:xfrm>
            <a:off x="7549437" y="1065862"/>
            <a:ext cx="3845206" cy="5155363"/>
          </a:xfrm>
        </p:spPr>
        <p:txBody>
          <a:bodyPr anchor="ctr">
            <a:normAutofit/>
          </a:bodyPr>
          <a:lstStyle/>
          <a:p>
            <a:pPr marL="0" indent="0">
              <a:buNone/>
            </a:pPr>
            <a:r>
              <a:rPr lang="en-US" sz="2000" err="1">
                <a:ea typeface="+mn-lt"/>
                <a:cs typeface="+mn-lt"/>
              </a:rPr>
              <a:t>TuneTagger</a:t>
            </a:r>
            <a:r>
              <a:rPr lang="en-US" sz="2000" dirty="0">
                <a:ea typeface="+mn-lt"/>
                <a:cs typeface="+mn-lt"/>
              </a:rPr>
              <a:t> demonstrates that deep learning with a custom dataset can effectively classify Indian music genres. Future plans include expanding the dataset and exploring alternative neural architectures.</a:t>
            </a:r>
            <a:endParaRPr lang="en-US" sz="2000" dirty="0"/>
          </a:p>
          <a:p>
            <a:endParaRPr lang="en-US" sz="2000" dirty="0"/>
          </a:p>
        </p:txBody>
      </p:sp>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musical notes on a black surface&#10;&#10;AI-generated content may be incorrect."/>
          <p:cNvPicPr>
            <a:picLocks noGrp="1" noChangeAspect="1"/>
          </p:cNvPicPr>
          <p:nvPr>
            <p:ph idx="1"/>
          </p:nvPr>
        </p:nvPicPr>
        <p:blipFill>
          <a:blip r:embed="rId1">
            <a:alphaModFix amt="50000"/>
          </a:blip>
          <a:srcRect l="469"/>
          <a:stretch>
            <a:fillRect/>
          </a:stretch>
        </p:blipFill>
        <p:spPr>
          <a:xfrm>
            <a:off x="20" y="10"/>
            <a:ext cx="12188930" cy="6857990"/>
          </a:xfrm>
          <a:prstGeom prst="rect">
            <a:avLst/>
          </a:prstGeom>
        </p:spPr>
      </p:pic>
      <p:sp>
        <p:nvSpPr>
          <p:cNvPr id="2" name="Title 1"/>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chemeClr val="bg1"/>
                </a:solidFill>
              </a:rPr>
              <a:t>THANK YOU!</a:t>
            </a:r>
            <a:endParaRPr lang="en-US" sz="6600">
              <a:solidFill>
                <a:schemeClr val="bg1"/>
              </a:solidFill>
            </a:endParaRPr>
          </a:p>
        </p:txBody>
      </p:sp>
      <p:sp>
        <p:nvSpPr>
          <p:cNvPr id="11" name="sketchy line"/>
          <p:cNvSpPr>
            <a:spLocks noGrp="1" noRot="1" noChangeAspect="1" noMove="1" noResize="1" noEditPoints="1" noAdjustHandles="1" noChangeArrowheads="1" noChangeShapeType="1" noTextEdit="1"/>
          </p:cNvSpPr>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3196</Words>
  <Application>WPS Slides</Application>
  <PresentationFormat>Widescreen</PresentationFormat>
  <Paragraphs>60</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Aptos Display</vt:lpstr>
      <vt:lpstr>Segoe UI</vt:lpstr>
      <vt:lpstr>Aptos</vt:lpstr>
      <vt:lpstr>Microsoft YaHei</vt:lpstr>
      <vt:lpstr>Arial Unicode MS</vt:lpstr>
      <vt:lpstr>Calibri</vt:lpstr>
      <vt:lpstr>office theme</vt:lpstr>
      <vt:lpstr>TUNE TAGGER- Music Genre Classification Using Deep Learning</vt:lpstr>
      <vt:lpstr>OVERVIEW</vt:lpstr>
      <vt:lpstr>ABSTRACT</vt:lpstr>
      <vt:lpstr>INTRODUCTION</vt:lpstr>
      <vt:lpstr> PROBLEM</vt:lpstr>
      <vt:lpstr>OBJECTIVES</vt:lpstr>
      <vt:lpstr> EXISTING MODEL  VS  OUR MODEL</vt:lpstr>
      <vt:lpstr>TOOLS &amp; TECHNOLOGIES</vt:lpstr>
      <vt:lpstr>RESULT &amp; REAL-TIME APPLICATIONS</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Tanu Tanuja</cp:lastModifiedBy>
  <cp:revision>458</cp:revision>
  <dcterms:created xsi:type="dcterms:W3CDTF">2025-04-24T17:59:00Z</dcterms:created>
  <dcterms:modified xsi:type="dcterms:W3CDTF">2025-04-25T06:09:33Z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E93A5D01C9744D4B954EC46C675DD8E0_12</vt:lpwstr>
  </property>
  <property fmtid="{D5CDD505-2E9C-101B-9397-08002B2CF9AE}" pid="3" name="KSOProductBuildVer">
    <vt:lpwstr>1033-12.2.0.20795</vt:lpwstr>
  </property>
</Properties>
</file>